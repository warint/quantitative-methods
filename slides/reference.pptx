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fld id="{9B1A2C3D-4E5F-6A7B-8C9D-0E1F2A3B4C5D}" type="slidenum">
              <a:rPr lang="en-US" sz="900" dirty="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20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95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95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