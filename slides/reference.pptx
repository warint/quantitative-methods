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3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50"/>
            </a:lvl1pPr>
            <a:lvl2pPr>
              <a:defRPr sz="1650"/>
            </a:lvl2pPr>
            <a:lvl3pPr>
              <a:defRPr sz="1400"/>
            </a:lvl3pPr>
            <a:lvl4pPr>
              <a:defRPr sz="1150"/>
            </a:lvl4pPr>
            <a:lvl5pPr>
              <a:defRPr sz="1150"/>
            </a:lvl5pPr>
            <a:lvl6pPr>
              <a:defRPr sz="1150"/>
            </a:lvl6pPr>
            <a:lvl7pPr>
              <a:defRPr sz="1150"/>
            </a:lvl7pPr>
            <a:lvl8pPr>
              <a:defRPr sz="1150"/>
            </a:lvl8pPr>
            <a:lvl9pPr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850"/>
            </a:lvl1pPr>
            <a:lvl2pPr marL="342900" indent="0">
              <a:buNone/>
              <a:defRPr sz="1650"/>
            </a:lvl2pPr>
            <a:lvl3pPr marL="685800" indent="0">
              <a:buNone/>
              <a:defRPr sz="1400"/>
            </a:lvl3pPr>
            <a:lvl4pPr marL="1028700" indent="0">
              <a:buNone/>
              <a:defRPr sz="1150"/>
            </a:lvl4pPr>
            <a:lvl5pPr marL="1371600" indent="0">
              <a:buNone/>
              <a:defRPr sz="1150"/>
            </a:lvl5pPr>
            <a:lvl6pPr marL="1714500" indent="0">
              <a:buNone/>
              <a:defRPr sz="1150"/>
            </a:lvl6pPr>
            <a:lvl7pPr marL="2057400" indent="0">
              <a:buNone/>
              <a:defRPr sz="1150"/>
            </a:lvl7pPr>
            <a:lvl8pPr marL="2400300" indent="0">
              <a:buNone/>
              <a:defRPr sz="1150"/>
            </a:lvl8pPr>
            <a:lvl9pPr marL="2743200" indent="0">
              <a:buNone/>
              <a:defRPr sz="11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15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