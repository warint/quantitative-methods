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fld id="{9B1A2C3D-4E5F-6A7B-8C9D-0E1F2A3B4C5D}" type="slidenum">
              <a:rPr lang="en-US" sz="900" dirty="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20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95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95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8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Jesse Rosenthal</cp:lastModifiedBy>
  <cp:revision>5</cp:revision>
  <dcterms:created xsi:type="dcterms:W3CDTF">2017-06-05T14:10:58Z</dcterms:created>
  <dcterms:modified xsi:type="dcterms:W3CDTF">2022-01-02T22:49:03Z</dcterms:modified>
</cp:coreProperties>
</file>