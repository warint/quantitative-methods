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7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8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9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0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11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12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1fd51700684a4d" /><Relationship Type="http://schemas.openxmlformats.org/officeDocument/2006/relationships/extended-properties" Target="/docProps/app.xml" Id="Red9bbd029e244a58" /><Relationship Type="http://schemas.openxmlformats.org/officeDocument/2006/relationships/officeDocument" Target="/ppt/presentation.xml" Id="R574e844d8401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d4b5816c04b21"/>
  </p:sldMasterIdLst>
  <p:notesMasterIdLst>
    <p:notesMasterId xmlns:r="http://schemas.openxmlformats.org/officeDocument/2006/relationships" r:id="Reb267423ee514036"/>
  </p:notesMasterIdLst>
  <p:sldIdLst>
    <p:sldId xmlns:r="http://schemas.openxmlformats.org/officeDocument/2006/relationships" id="256" r:id="R7d2538ab1ba54d21"/>
    <p:sldId xmlns:r="http://schemas.openxmlformats.org/officeDocument/2006/relationships" id="257" r:id="Rbd94d90203784da3"/>
    <p:sldId xmlns:r="http://schemas.openxmlformats.org/officeDocument/2006/relationships" id="258" r:id="R286baacb7f4048fe"/>
    <p:sldId xmlns:r="http://schemas.openxmlformats.org/officeDocument/2006/relationships" id="259" r:id="Re1fbe1fca7eb44c8"/>
    <p:sldId xmlns:r="http://schemas.openxmlformats.org/officeDocument/2006/relationships" id="260" r:id="R62b014e4f0d34b68"/>
    <p:sldId xmlns:r="http://schemas.openxmlformats.org/officeDocument/2006/relationships" id="261" r:id="Rcfa55fb36ba143ac"/>
    <p:sldId xmlns:r="http://schemas.openxmlformats.org/officeDocument/2006/relationships" id="262" r:id="Rd29ce926a6314a3f"/>
    <p:sldId xmlns:r="http://schemas.openxmlformats.org/officeDocument/2006/relationships" id="263" r:id="R8f3c0a2639d54a9a"/>
    <p:sldId xmlns:r="http://schemas.openxmlformats.org/officeDocument/2006/relationships" id="264" r:id="Re89365f31be94f33"/>
    <p:sldId xmlns:r="http://schemas.openxmlformats.org/officeDocument/2006/relationships" id="265" r:id="Re9aad153f7394d37"/>
    <p:sldId xmlns:r="http://schemas.openxmlformats.org/officeDocument/2006/relationships" id="266" r:id="R20c10adfc8684689"/>
    <p:sldId xmlns:r="http://schemas.openxmlformats.org/officeDocument/2006/relationships" id="267" r:id="R82bf61f397694519"/>
    <p:sldId xmlns:r="http://schemas.openxmlformats.org/officeDocument/2006/relationships" id="268" r:id="Rf53d87a5407c4473"/>
    <p:sldId xmlns:r="http://schemas.openxmlformats.org/officeDocument/2006/relationships" id="269" r:id="R27242b9c4fd24205"/>
    <p:sldId xmlns:r="http://schemas.openxmlformats.org/officeDocument/2006/relationships" id="270" r:id="Rc0163875b9c54591"/>
    <p:sldId xmlns:r="http://schemas.openxmlformats.org/officeDocument/2006/relationships" id="271" r:id="Ra788d84d68b94ac3"/>
    <p:sldId xmlns:r="http://schemas.openxmlformats.org/officeDocument/2006/relationships" id="272" r:id="Ra6b6bfbdcbfb4273"/>
    <p:sldId xmlns:r="http://schemas.openxmlformats.org/officeDocument/2006/relationships" id="273" r:id="Rc2be06942ddb4588"/>
    <p:sldId xmlns:r="http://schemas.openxmlformats.org/officeDocument/2006/relationships" id="274" r:id="Ra450a26e4120425c"/>
    <p:sldId xmlns:r="http://schemas.openxmlformats.org/officeDocument/2006/relationships" id="275" r:id="R9e814938861b4de0"/>
    <p:sldId xmlns:r="http://schemas.openxmlformats.org/officeDocument/2006/relationships" id="276" r:id="R785740b82f294fb3"/>
    <p:sldId xmlns:r="http://schemas.openxmlformats.org/officeDocument/2006/relationships" id="277" r:id="R20a7d6d8b2ed47a8"/>
    <p:sldId xmlns:r="http://schemas.openxmlformats.org/officeDocument/2006/relationships" id="278" r:id="R2876ac1131b44155"/>
    <p:sldId xmlns:r="http://schemas.openxmlformats.org/officeDocument/2006/relationships" id="279" r:id="R8103a33edd6641ee"/>
    <p:sldId xmlns:r="http://schemas.openxmlformats.org/officeDocument/2006/relationships" id="280" r:id="R7406a86442904c75"/>
    <p:sldId xmlns:r="http://schemas.openxmlformats.org/officeDocument/2006/relationships" id="281" r:id="R750e795264c04a57"/>
    <p:sldId xmlns:r="http://schemas.openxmlformats.org/officeDocument/2006/relationships" id="282" r:id="R745581bfc66a4aa7"/>
    <p:sldId xmlns:r="http://schemas.openxmlformats.org/officeDocument/2006/relationships" id="283" r:id="R8d1b92ddfe4043ac"/>
    <p:sldId xmlns:r="http://schemas.openxmlformats.org/officeDocument/2006/relationships" id="284" r:id="R61ebce56ae854aba"/>
    <p:sldId xmlns:r="http://schemas.openxmlformats.org/officeDocument/2006/relationships" id="285" r:id="R4271ceca5a0840d9"/>
    <p:sldId xmlns:r="http://schemas.openxmlformats.org/officeDocument/2006/relationships" id="286" r:id="Ra844634bde9346a5"/>
    <p:sldId xmlns:r="http://schemas.openxmlformats.org/officeDocument/2006/relationships" id="287" r:id="R013bcb6601024f74"/>
    <p:sldId xmlns:r="http://schemas.openxmlformats.org/officeDocument/2006/relationships" id="288" r:id="R142e8ac9a4694e49"/>
    <p:sldId xmlns:r="http://schemas.openxmlformats.org/officeDocument/2006/relationships" id="289" r:id="Rde9ddb5144c14600"/>
    <p:sldId xmlns:r="http://schemas.openxmlformats.org/officeDocument/2006/relationships" id="290" r:id="R4a05b94d5e284759"/>
    <p:sldId xmlns:r="http://schemas.openxmlformats.org/officeDocument/2006/relationships" id="291" r:id="R2d62b944de724d2f"/>
    <p:sldId xmlns:r="http://schemas.openxmlformats.org/officeDocument/2006/relationships" id="292" r:id="Rad898fa6824b45f1"/>
    <p:sldId xmlns:r="http://schemas.openxmlformats.org/officeDocument/2006/relationships" id="293" r:id="R4cac0bd730cc44cb"/>
    <p:sldId xmlns:r="http://schemas.openxmlformats.org/officeDocument/2006/relationships" id="294" r:id="R82e9ce2826744148"/>
    <p:sldId xmlns:r="http://schemas.openxmlformats.org/officeDocument/2006/relationships" id="295" r:id="Ra96384a4f72c444f"/>
    <p:sldId xmlns:r="http://schemas.openxmlformats.org/officeDocument/2006/relationships" id="296" r:id="R44dec87c89dd430c"/>
    <p:sldId xmlns:r="http://schemas.openxmlformats.org/officeDocument/2006/relationships" id="297" r:id="Rb076f33d104e475a"/>
    <p:sldId xmlns:r="http://schemas.openxmlformats.org/officeDocument/2006/relationships" id="298" r:id="R2024891458724299"/>
    <p:sldId xmlns:r="http://schemas.openxmlformats.org/officeDocument/2006/relationships" id="299" r:id="Ra29205d923114310"/>
    <p:sldId xmlns:r="http://schemas.openxmlformats.org/officeDocument/2006/relationships" id="300" r:id="R9a746d8ac1174ebd"/>
    <p:sldId xmlns:r="http://schemas.openxmlformats.org/officeDocument/2006/relationships" id="301" r:id="Redb85319a5b04b13"/>
    <p:sldId xmlns:r="http://schemas.openxmlformats.org/officeDocument/2006/relationships" id="302" r:id="Rd1b06ca01c6f4aff"/>
    <p:sldId xmlns:r="http://schemas.openxmlformats.org/officeDocument/2006/relationships" id="303" r:id="R64a3171fb1d94d8e"/>
    <p:sldId xmlns:r="http://schemas.openxmlformats.org/officeDocument/2006/relationships" id="304" r:id="R344811ebf3df488a"/>
    <p:sldId xmlns:r="http://schemas.openxmlformats.org/officeDocument/2006/relationships" id="305" r:id="Ra3567862836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8303dda864e89" /><Relationship Type="http://schemas.openxmlformats.org/officeDocument/2006/relationships/slideMaster" Target="/ppt/slideMasters/slideMaster1.xml" Id="R084d4b5816c04b21" /><Relationship Type="http://schemas.openxmlformats.org/officeDocument/2006/relationships/notesMaster" Target="/ppt/notesMasters/notesMaster1.xml" Id="Reb267423ee514036" /><Relationship Type="http://schemas.openxmlformats.org/officeDocument/2006/relationships/presProps" Target="/ppt/presProps.xml" Id="R26617764faf14a82" /><Relationship Type="http://schemas.openxmlformats.org/officeDocument/2006/relationships/tableStyles" Target="/ppt/tableStyles.xml" Id="R1ab76aaec4a24f4d" /><Relationship Type="http://schemas.openxmlformats.org/officeDocument/2006/relationships/slide" Target="/ppt/slides/slide1.xml" Id="R7d2538ab1ba54d21" /><Relationship Type="http://schemas.openxmlformats.org/officeDocument/2006/relationships/slide" Target="/ppt/slides/slide2.xml" Id="Rbd94d90203784da3" /><Relationship Type="http://schemas.openxmlformats.org/officeDocument/2006/relationships/slide" Target="/ppt/slides/slide3.xml" Id="R286baacb7f4048fe" /><Relationship Type="http://schemas.openxmlformats.org/officeDocument/2006/relationships/slide" Target="/ppt/slides/slide4.xml" Id="Re1fbe1fca7eb44c8" /><Relationship Type="http://schemas.openxmlformats.org/officeDocument/2006/relationships/slide" Target="/ppt/slides/slide5.xml" Id="R62b014e4f0d34b68" /><Relationship Type="http://schemas.openxmlformats.org/officeDocument/2006/relationships/slide" Target="/ppt/slides/slide6.xml" Id="Rcfa55fb36ba143ac" /><Relationship Type="http://schemas.openxmlformats.org/officeDocument/2006/relationships/slide" Target="/ppt/slides/slide7.xml" Id="Rd29ce926a6314a3f" /><Relationship Type="http://schemas.openxmlformats.org/officeDocument/2006/relationships/slide" Target="/ppt/slides/slide8.xml" Id="R8f3c0a2639d54a9a" /><Relationship Type="http://schemas.openxmlformats.org/officeDocument/2006/relationships/slide" Target="/ppt/slides/slide9.xml" Id="Re89365f31be94f33" /><Relationship Type="http://schemas.openxmlformats.org/officeDocument/2006/relationships/slide" Target="/ppt/slides/slide10.xml" Id="Re9aad153f7394d37" /><Relationship Type="http://schemas.openxmlformats.org/officeDocument/2006/relationships/slide" Target="/ppt/slides/slide11.xml" Id="R20c10adfc8684689" /><Relationship Type="http://schemas.openxmlformats.org/officeDocument/2006/relationships/slide" Target="/ppt/slides/slide12.xml" Id="R82bf61f397694519" /><Relationship Type="http://schemas.openxmlformats.org/officeDocument/2006/relationships/slide" Target="/ppt/slides/slide13.xml" Id="Rf53d87a5407c4473" /><Relationship Type="http://schemas.openxmlformats.org/officeDocument/2006/relationships/slide" Target="/ppt/slides/slide14.xml" Id="R27242b9c4fd24205" /><Relationship Type="http://schemas.openxmlformats.org/officeDocument/2006/relationships/slide" Target="/ppt/slides/slide15.xml" Id="Rc0163875b9c54591" /><Relationship Type="http://schemas.openxmlformats.org/officeDocument/2006/relationships/slide" Target="/ppt/slides/slide16.xml" Id="Ra788d84d68b94ac3" /><Relationship Type="http://schemas.openxmlformats.org/officeDocument/2006/relationships/slide" Target="/ppt/slides/slide17.xml" Id="Ra6b6bfbdcbfb4273" /><Relationship Type="http://schemas.openxmlformats.org/officeDocument/2006/relationships/slide" Target="/ppt/slides/slide18.xml" Id="Rc2be06942ddb4588" /><Relationship Type="http://schemas.openxmlformats.org/officeDocument/2006/relationships/slide" Target="/ppt/slides/slide19.xml" Id="Ra450a26e4120425c" /><Relationship Type="http://schemas.openxmlformats.org/officeDocument/2006/relationships/slide" Target="/ppt/slides/slide20.xml" Id="R9e814938861b4de0" /><Relationship Type="http://schemas.openxmlformats.org/officeDocument/2006/relationships/slide" Target="/ppt/slides/slide21.xml" Id="R785740b82f294fb3" /><Relationship Type="http://schemas.openxmlformats.org/officeDocument/2006/relationships/slide" Target="/ppt/slides/slide22.xml" Id="R20a7d6d8b2ed47a8" /><Relationship Type="http://schemas.openxmlformats.org/officeDocument/2006/relationships/slide" Target="/ppt/slides/slide23.xml" Id="R2876ac1131b44155" /><Relationship Type="http://schemas.openxmlformats.org/officeDocument/2006/relationships/slide" Target="/ppt/slides/slide24.xml" Id="R8103a33edd6641ee" /><Relationship Type="http://schemas.openxmlformats.org/officeDocument/2006/relationships/slide" Target="/ppt/slides/slide25.xml" Id="R7406a86442904c75" /><Relationship Type="http://schemas.openxmlformats.org/officeDocument/2006/relationships/slide" Target="/ppt/slides/slide26.xml" Id="R750e795264c04a57" /><Relationship Type="http://schemas.openxmlformats.org/officeDocument/2006/relationships/slide" Target="/ppt/slides/slide27.xml" Id="R745581bfc66a4aa7" /><Relationship Type="http://schemas.openxmlformats.org/officeDocument/2006/relationships/slide" Target="/ppt/slides/slide28.xml" Id="R8d1b92ddfe4043ac" /><Relationship Type="http://schemas.openxmlformats.org/officeDocument/2006/relationships/slide" Target="/ppt/slides/slide29.xml" Id="R61ebce56ae854aba" /><Relationship Type="http://schemas.openxmlformats.org/officeDocument/2006/relationships/slide" Target="/ppt/slides/slide30.xml" Id="R4271ceca5a0840d9" /><Relationship Type="http://schemas.openxmlformats.org/officeDocument/2006/relationships/slide" Target="/ppt/slides/slide31.xml" Id="Ra844634bde9346a5" /><Relationship Type="http://schemas.openxmlformats.org/officeDocument/2006/relationships/slide" Target="/ppt/slides/slide32.xml" Id="R013bcb6601024f74" /><Relationship Type="http://schemas.openxmlformats.org/officeDocument/2006/relationships/slide" Target="/ppt/slides/slide33.xml" Id="R142e8ac9a4694e49" /><Relationship Type="http://schemas.openxmlformats.org/officeDocument/2006/relationships/slide" Target="/ppt/slides/slide34.xml" Id="Rde9ddb5144c14600" /><Relationship Type="http://schemas.openxmlformats.org/officeDocument/2006/relationships/slide" Target="/ppt/slides/slide35.xml" Id="R4a05b94d5e284759" /><Relationship Type="http://schemas.openxmlformats.org/officeDocument/2006/relationships/slide" Target="/ppt/slides/slide36.xml" Id="R2d62b944de724d2f" /><Relationship Type="http://schemas.openxmlformats.org/officeDocument/2006/relationships/slide" Target="/ppt/slides/slide37.xml" Id="Rad898fa6824b45f1" /><Relationship Type="http://schemas.openxmlformats.org/officeDocument/2006/relationships/slide" Target="/ppt/slides/slide38.xml" Id="R4cac0bd730cc44cb" /><Relationship Type="http://schemas.openxmlformats.org/officeDocument/2006/relationships/slide" Target="/ppt/slides/slide39.xml" Id="R82e9ce2826744148" /><Relationship Type="http://schemas.openxmlformats.org/officeDocument/2006/relationships/slide" Target="/ppt/slides/slide40.xml" Id="Ra96384a4f72c444f" /><Relationship Type="http://schemas.openxmlformats.org/officeDocument/2006/relationships/slide" Target="/ppt/slides/slide41.xml" Id="R44dec87c89dd430c" /><Relationship Type="http://schemas.openxmlformats.org/officeDocument/2006/relationships/slide" Target="/ppt/slides/slide42.xml" Id="Rb076f33d104e475a" /><Relationship Type="http://schemas.openxmlformats.org/officeDocument/2006/relationships/slide" Target="/ppt/slides/slide43.xml" Id="R2024891458724299" /><Relationship Type="http://schemas.openxmlformats.org/officeDocument/2006/relationships/slide" Target="/ppt/slides/slide44.xml" Id="Ra29205d923114310" /><Relationship Type="http://schemas.openxmlformats.org/officeDocument/2006/relationships/slide" Target="/ppt/slides/slide45.xml" Id="R9a746d8ac1174ebd" /><Relationship Type="http://schemas.openxmlformats.org/officeDocument/2006/relationships/slide" Target="/ppt/slides/slide46.xml" Id="Redb85319a5b04b13" /><Relationship Type="http://schemas.openxmlformats.org/officeDocument/2006/relationships/slide" Target="/ppt/slides/slide47.xml" Id="Rd1b06ca01c6f4aff" /><Relationship Type="http://schemas.openxmlformats.org/officeDocument/2006/relationships/slide" Target="/ppt/slides/slide48.xml" Id="R64a3171fb1d94d8e" /><Relationship Type="http://schemas.openxmlformats.org/officeDocument/2006/relationships/slide" Target="/ppt/slides/slide49.xml" Id="R344811ebf3df488a" /><Relationship Type="http://schemas.openxmlformats.org/officeDocument/2006/relationships/slide" Target="/ppt/slides/slide50.xml" Id="Ra3567862836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24a281cb9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b4cf1312c94e2c" /><Relationship Type="http://schemas.openxmlformats.org/officeDocument/2006/relationships/notesMaster" Target="/ppt/notesMasters/notesMaster1.xml" Id="Rc239bbdab837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b7fd651faa4565" /><Relationship Type="http://schemas.openxmlformats.org/officeDocument/2006/relationships/notesMaster" Target="/ppt/notesMasters/notesMaster1.xml" Id="R2d06669e8c4541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b9a5538bfb4c11" /><Relationship Type="http://schemas.openxmlformats.org/officeDocument/2006/relationships/notesMaster" Target="/ppt/notesMasters/notesMaster1.xml" Id="Rc4f54bd2458846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8540f3579745bc" /><Relationship Type="http://schemas.openxmlformats.org/officeDocument/2006/relationships/notesMaster" Target="/ppt/notesMasters/notesMaster1.xml" Id="R9a49af12960844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9f1f1ed4814c3c" /><Relationship Type="http://schemas.openxmlformats.org/officeDocument/2006/relationships/notesMaster" Target="/ppt/notesMasters/notesMaster1.xml" Id="Ree508549d76e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50f57af1e4493b" /><Relationship Type="http://schemas.openxmlformats.org/officeDocument/2006/relationships/notesMaster" Target="/ppt/notesMasters/notesMaster1.xml" Id="Rd35f4c74dd7645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a6526d4757417e" /><Relationship Type="http://schemas.openxmlformats.org/officeDocument/2006/relationships/notesMaster" Target="/ppt/notesMasters/notesMaster1.xml" Id="Rd0e554dcbb12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beb753566471d" /><Relationship Type="http://schemas.openxmlformats.org/officeDocument/2006/relationships/notesMaster" Target="/ppt/notesMasters/notesMaster1.xml" Id="R36ee3c0a987040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8a3cef20f482e" /><Relationship Type="http://schemas.openxmlformats.org/officeDocument/2006/relationships/notesMaster" Target="/ppt/notesMasters/notesMaster1.xml" Id="Rce1bf9b4e22e48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65d7122b9b4563" /><Relationship Type="http://schemas.openxmlformats.org/officeDocument/2006/relationships/notesMaster" Target="/ppt/notesMasters/notesMaster1.xml" Id="R15980cbace6a41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56a987969404a" /><Relationship Type="http://schemas.openxmlformats.org/officeDocument/2006/relationships/notesMaster" Target="/ppt/notesMasters/notesMaster1.xml" Id="Rd004c8a2216246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5af64586604df9" /><Relationship Type="http://schemas.openxmlformats.org/officeDocument/2006/relationships/notesMaster" Target="/ppt/notesMasters/notesMaster1.xml" Id="Red4c57bce4b84b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2c9f0c4e3d49bd" /><Relationship Type="http://schemas.openxmlformats.org/officeDocument/2006/relationships/notesMaster" Target="/ppt/notesMasters/notesMaster1.xml" Id="R6c71a1fa682944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8793d92b8240dc" /><Relationship Type="http://schemas.openxmlformats.org/officeDocument/2006/relationships/notesMaster" Target="/ppt/notesMasters/notesMaster1.xml" Id="Rf431bfa4abd246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15dadf72c54def" /><Relationship Type="http://schemas.openxmlformats.org/officeDocument/2006/relationships/notesMaster" Target="/ppt/notesMasters/notesMaster1.xml" Id="R3f09b30a879940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c5dba5f5e94caa" /><Relationship Type="http://schemas.openxmlformats.org/officeDocument/2006/relationships/notesMaster" Target="/ppt/notesMasters/notesMaster1.xml" Id="R86d0ca4773544c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a2cf4c7c52451e" /><Relationship Type="http://schemas.openxmlformats.org/officeDocument/2006/relationships/notesMaster" Target="/ppt/notesMasters/notesMaster1.xml" Id="R06b004f830fb4c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f51ead376246b5" /><Relationship Type="http://schemas.openxmlformats.org/officeDocument/2006/relationships/notesMaster" Target="/ppt/notesMasters/notesMaster1.xml" Id="R243df3000d6043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19131b30614f63" /><Relationship Type="http://schemas.openxmlformats.org/officeDocument/2006/relationships/notesMaster" Target="/ppt/notesMasters/notesMaster1.xml" Id="Rbc127917ab0345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5329247ea04396" /><Relationship Type="http://schemas.openxmlformats.org/officeDocument/2006/relationships/notesMaster" Target="/ppt/notesMasters/notesMaster1.xml" Id="R61ba133d4ec546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a20093ff7074762" /><Relationship Type="http://schemas.openxmlformats.org/officeDocument/2006/relationships/notesMaster" Target="/ppt/notesMasters/notesMaster1.xml" Id="Rfe19cd23d59a44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03ecda3caf47c2" /><Relationship Type="http://schemas.openxmlformats.org/officeDocument/2006/relationships/notesMaster" Target="/ppt/notesMasters/notesMaster1.xml" Id="R1e2cf14f42d147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e1b1c7fa34458d" /><Relationship Type="http://schemas.openxmlformats.org/officeDocument/2006/relationships/notesMaster" Target="/ppt/notesMasters/notesMaster1.xml" Id="R32bbc74f220641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2e8c56f2fa49c6" /><Relationship Type="http://schemas.openxmlformats.org/officeDocument/2006/relationships/notesMaster" Target="/ppt/notesMasters/notesMaster1.xml" Id="R97ee4c49c35c41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c3bc75924f4f98" /><Relationship Type="http://schemas.openxmlformats.org/officeDocument/2006/relationships/notesMaster" Target="/ppt/notesMasters/notesMaster1.xml" Id="Recd18d9ee11546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04aceeeab14531" /><Relationship Type="http://schemas.openxmlformats.org/officeDocument/2006/relationships/notesMaster" Target="/ppt/notesMasters/notesMaster1.xml" Id="R30c3eb94601147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5e051d977e74441" /><Relationship Type="http://schemas.openxmlformats.org/officeDocument/2006/relationships/notesMaster" Target="/ppt/notesMasters/notesMaster1.xml" Id="R5a96a9aee1ee429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828b1ed6ac43c1" /><Relationship Type="http://schemas.openxmlformats.org/officeDocument/2006/relationships/notesMaster" Target="/ppt/notesMasters/notesMaster1.xml" Id="Rd9ff16717dfa40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c0af3927df4c7b" /><Relationship Type="http://schemas.openxmlformats.org/officeDocument/2006/relationships/notesMaster" Target="/ppt/notesMasters/notesMaster1.xml" Id="R6c303648328d46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280afce1bef4ba1" /><Relationship Type="http://schemas.openxmlformats.org/officeDocument/2006/relationships/notesMaster" Target="/ppt/notesMasters/notesMaster1.xml" Id="Ra9d2b4c586b342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cdaf982307447c" /><Relationship Type="http://schemas.openxmlformats.org/officeDocument/2006/relationships/notesMaster" Target="/ppt/notesMasters/notesMaster1.xml" Id="Rb2ecf47314874d3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ca77d2fd5394a93" /><Relationship Type="http://schemas.openxmlformats.org/officeDocument/2006/relationships/notesMaster" Target="/ppt/notesMasters/notesMaster1.xml" Id="Rc5bde74f777f41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79aba0231d34ce2" /><Relationship Type="http://schemas.openxmlformats.org/officeDocument/2006/relationships/notesMaster" Target="/ppt/notesMasters/notesMaster1.xml" Id="Rc04424877df144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eac39ba5d82471c" /><Relationship Type="http://schemas.openxmlformats.org/officeDocument/2006/relationships/notesMaster" Target="/ppt/notesMasters/notesMaster1.xml" Id="R6929b2b71d1140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54868651eb4f4d" /><Relationship Type="http://schemas.openxmlformats.org/officeDocument/2006/relationships/notesMaster" Target="/ppt/notesMasters/notesMaster1.xml" Id="R750c97df19234a1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1d83116989b4a7f" /><Relationship Type="http://schemas.openxmlformats.org/officeDocument/2006/relationships/notesMaster" Target="/ppt/notesMasters/notesMaster1.xml" Id="Rf177a0420f98402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aab3467ed246a7" /><Relationship Type="http://schemas.openxmlformats.org/officeDocument/2006/relationships/notesMaster" Target="/ppt/notesMasters/notesMaster1.xml" Id="R2db3476c2b4747d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38665c949e44cb0" /><Relationship Type="http://schemas.openxmlformats.org/officeDocument/2006/relationships/notesMaster" Target="/ppt/notesMasters/notesMaster1.xml" Id="R9112f49a5f7d485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296b8f37d9142c6" /><Relationship Type="http://schemas.openxmlformats.org/officeDocument/2006/relationships/notesMaster" Target="/ppt/notesMasters/notesMaster1.xml" Id="R0a09c149f67f4ef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66805df083543f3" /><Relationship Type="http://schemas.openxmlformats.org/officeDocument/2006/relationships/notesMaster" Target="/ppt/notesMasters/notesMaster1.xml" Id="R28036e6bfa7c40b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aeb330c78ce4da9" /><Relationship Type="http://schemas.openxmlformats.org/officeDocument/2006/relationships/notesMaster" Target="/ppt/notesMasters/notesMaster1.xml" Id="R2b4c9e038c35486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f2edef2467345c0" /><Relationship Type="http://schemas.openxmlformats.org/officeDocument/2006/relationships/notesMaster" Target="/ppt/notesMasters/notesMaster1.xml" Id="R6e51e43f852941b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584b1a974fe4f0a" /><Relationship Type="http://schemas.openxmlformats.org/officeDocument/2006/relationships/notesMaster" Target="/ppt/notesMasters/notesMaster1.xml" Id="R1ffdfe9841114e2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0f20149ebe94cba" /><Relationship Type="http://schemas.openxmlformats.org/officeDocument/2006/relationships/notesMaster" Target="/ppt/notesMasters/notesMaster1.xml" Id="R3f8765bcb79e4ce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3c268765f294e60" /><Relationship Type="http://schemas.openxmlformats.org/officeDocument/2006/relationships/notesMaster" Target="/ppt/notesMasters/notesMaster1.xml" Id="Rf2ad05ddb1094e6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3450a83f9164e97" /><Relationship Type="http://schemas.openxmlformats.org/officeDocument/2006/relationships/notesMaster" Target="/ppt/notesMasters/notesMaster1.xml" Id="Ra5596a6a0dd14fc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72f902e3d0848b9" /><Relationship Type="http://schemas.openxmlformats.org/officeDocument/2006/relationships/notesMaster" Target="/ppt/notesMasters/notesMaster1.xml" Id="R73c1857a8392412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4c8346810c04a97" /><Relationship Type="http://schemas.openxmlformats.org/officeDocument/2006/relationships/notesMaster" Target="/ppt/notesMasters/notesMaster1.xml" Id="Rdc76abf18358484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906db37fe484a89" /><Relationship Type="http://schemas.openxmlformats.org/officeDocument/2006/relationships/notesMaster" Target="/ppt/notesMasters/notesMaster1.xml" Id="Rd8073426cc434f0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aebd5b38f5c42d3" /><Relationship Type="http://schemas.openxmlformats.org/officeDocument/2006/relationships/notesMaster" Target="/ppt/notesMasters/notesMaster1.xml" Id="R0cd3eeba64f449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George E. P. Box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Asset: slides/course-assets/historical-portraits/box.png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What this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This is the hinge of the course.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today adds.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The decomposition.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Expected squared error at a test point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Asset: 04-bias-variance-and-cross-validation/demo/outputs/bias_variance_cv.png — generated by 04-bias-variance-and-cross-validation/demo/session04_cross_validation_demo.py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Seeing it happen.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three curves.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three curves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same thing, as fits.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4 · Optimism.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Training error is biased, and by a known amount.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Training error is biased, and by a known amount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Asset: 04-bias-variance-and-cross-validation/demo/outputs/bias_variance_cv.png — generated by 04-bias-variance-and-cross-validation/demo/session04_cross_validation_demo.py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See the gap open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Which gives the classical criteria.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Which gives the classical criteria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Effective degrees of freedom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Cross-validation.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estimator.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estimator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Asset: 04-bias-variance-and-cross-validation/demo/outputs/bias_variance_cv.png — generated by 04-bias-variance-and-cross-validation/demo/session04_cross_validation_demo.py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Three schemes, three questions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Choosing K.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How much does the choice matter?.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How much does the choice matter?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6 · Three ways to get it wrong.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Leakage through preprocessing.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Leakage through preprocessing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Asset: 04-bias-variance-and-cross-validation/demo/outputs/bias_variance_cv.png — generated by 04-bias-variance-and-cross-validation/demo/session04_cross_validation_demo.py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How bad is it? Try it on pure noise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3 · Ignoring dependence.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What it costs here.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Same data, same model, three splits.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Same data, same model, three splits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ratio is the whole point.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ratio is the whole point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Asset: 04-bias-variance-and-cross-validation/demo/outputs/bias_variance_cv.png — generated by 04-bias-variance-and-cross-validation/demo/session04_cross_validation_demo.py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to carry out of this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 reliably.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In the practice session.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04-bias-variance-and-cross-validation/slides.qmd</a:t>
            </a:r>
          </a:p>
          <a:p xmlns:a="http://schemas.openxmlformats.org/drawingml/2006/main">
            <a:r>
              <a:t>- https://warin.ca/quant/en/session4_cours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e606e2c23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f5381524a04604" /><Relationship Type="http://schemas.openxmlformats.org/officeDocument/2006/relationships/slideLayout" Target="/ppt/slideLayouts/slideLayout1.xml" Id="Rc19202cf8735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202cf8735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04a5b01414085" /><Relationship Type="http://schemas.openxmlformats.org/officeDocument/2006/relationships/chart" Target="/ppt/slides/charts/chart1.xml" Id="R7ed0929da95c4ad9" /><Relationship Type="http://schemas.openxmlformats.org/officeDocument/2006/relationships/notesSlide" Target="/ppt/notesSlides/notesSlide1.xml" Id="R5f4b1c28887540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4031dbb8b44cd" /><Relationship Type="http://schemas.openxmlformats.org/officeDocument/2006/relationships/notesSlide" Target="/ppt/notesSlides/notesSlide2.xml" Id="Rd4c36f2108de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a0682d3a3460e" /><Relationship Type="http://schemas.openxmlformats.org/officeDocument/2006/relationships/notesSlide" Target="/ppt/notesSlides/notesSlide3.xml" Id="Rff4588f527b1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a3e26d06843a3" /><Relationship Type="http://schemas.openxmlformats.org/officeDocument/2006/relationships/chart" Target="/ppt/slides/charts/chart2.xml" Id="R8c0313ea849d45e5" /><Relationship Type="http://schemas.openxmlformats.org/officeDocument/2006/relationships/notesSlide" Target="/ppt/notesSlides/notesSlide4.xml" Id="R4dc8d897ba5043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a58db0d8440d6" /><Relationship Type="http://schemas.openxmlformats.org/officeDocument/2006/relationships/image" Target="/ppt/media/image.png" Id="R99b32979051f417d" /><Relationship Type="http://schemas.openxmlformats.org/officeDocument/2006/relationships/notesSlide" Target="/ppt/notesSlides/notesSlide5.xml" Id="R2aee922cbc374a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16ba457e343f4" /><Relationship Type="http://schemas.openxmlformats.org/officeDocument/2006/relationships/notesSlide" Target="/ppt/notesSlides/notesSlide6.xml" Id="R8c06d642469e42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502cec8944c6a" /><Relationship Type="http://schemas.openxmlformats.org/officeDocument/2006/relationships/chart" Target="/ppt/slides/charts/chart3.xml" Id="R79f1e298a2e943b2" /><Relationship Type="http://schemas.openxmlformats.org/officeDocument/2006/relationships/notesSlide" Target="/ppt/notesSlides/notesSlide7.xml" Id="R690c1919a8604c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c448258664925" /><Relationship Type="http://schemas.openxmlformats.org/officeDocument/2006/relationships/notesSlide" Target="/ppt/notesSlides/notesSlide8.xml" Id="R2b8fdf6d5ef443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21b236ca143b0" /><Relationship Type="http://schemas.openxmlformats.org/officeDocument/2006/relationships/notesSlide" Target="/ppt/notesSlides/notesSlide9.xml" Id="Rf8c3c5f57ccd47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325eaa8ad45cb" /><Relationship Type="http://schemas.openxmlformats.org/officeDocument/2006/relationships/chart" Target="/ppt/slides/charts/chart4.xml" Id="Rf20ac22b3f9c4bfa" /><Relationship Type="http://schemas.openxmlformats.org/officeDocument/2006/relationships/notesSlide" Target="/ppt/notesSlides/notesSlide10.xml" Id="Ra6323dffc0dd44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7bee912e2427a" /><Relationship Type="http://schemas.openxmlformats.org/officeDocument/2006/relationships/image" Target="/ppt/media/image2.png" Id="R1ac0b6c139fc4df3" /><Relationship Type="http://schemas.openxmlformats.org/officeDocument/2006/relationships/notesSlide" Target="/ppt/notesSlides/notesSlide11.xml" Id="Rc059f651cbd349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44b6859e648aa" /><Relationship Type="http://schemas.openxmlformats.org/officeDocument/2006/relationships/notesSlide" Target="/ppt/notesSlides/notesSlide12.xml" Id="R8dc09bda404d42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9dde49d8b400b" /><Relationship Type="http://schemas.openxmlformats.org/officeDocument/2006/relationships/chart" Target="/ppt/slides/charts/chart5.xml" Id="R80de06c35ebf41f9" /><Relationship Type="http://schemas.openxmlformats.org/officeDocument/2006/relationships/notesSlide" Target="/ppt/notesSlides/notesSlide13.xml" Id="Rc382389c70814d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3f507a8644de3" /><Relationship Type="http://schemas.openxmlformats.org/officeDocument/2006/relationships/notesSlide" Target="/ppt/notesSlides/notesSlide14.xml" Id="Rb4176e08ac3342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d3e0cfc7247e6" /><Relationship Type="http://schemas.openxmlformats.org/officeDocument/2006/relationships/notesSlide" Target="/ppt/notesSlides/notesSlide15.xml" Id="R172da415075948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0f0a965ad432c" /><Relationship Type="http://schemas.openxmlformats.org/officeDocument/2006/relationships/notesSlide" Target="/ppt/notesSlides/notesSlide16.xml" Id="R4fb4bdcdc50f4c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80b81220d4db7" /><Relationship Type="http://schemas.openxmlformats.org/officeDocument/2006/relationships/chart" Target="/ppt/slides/charts/chart6.xml" Id="R55b675e15f6d4b8c" /><Relationship Type="http://schemas.openxmlformats.org/officeDocument/2006/relationships/notesSlide" Target="/ppt/notesSlides/notesSlide17.xml" Id="R1e06138070ef40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448e6e3744efd" /><Relationship Type="http://schemas.openxmlformats.org/officeDocument/2006/relationships/notesSlide" Target="/ppt/notesSlides/notesSlide18.xml" Id="R8d16d554922048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ecbde9074197" /><Relationship Type="http://schemas.openxmlformats.org/officeDocument/2006/relationships/image" Target="/ppt/media/image3.png" Id="Raaee04e0a5744976" /><Relationship Type="http://schemas.openxmlformats.org/officeDocument/2006/relationships/notesSlide" Target="/ppt/notesSlides/notesSlide19.xml" Id="R0f7516af14ce46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c82e3661c4770" /><Relationship Type="http://schemas.openxmlformats.org/officeDocument/2006/relationships/notesSlide" Target="/ppt/notesSlides/notesSlide20.xml" Id="R1ba5c1e1391346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45372c3c4926" /><Relationship Type="http://schemas.openxmlformats.org/officeDocument/2006/relationships/chart" Target="/ppt/slides/charts/chart7.xml" Id="R589733fcf8bb494a" /><Relationship Type="http://schemas.openxmlformats.org/officeDocument/2006/relationships/notesSlide" Target="/ppt/notesSlides/notesSlide21.xml" Id="R86fd91f1787847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e22f7b5994fa3" /><Relationship Type="http://schemas.openxmlformats.org/officeDocument/2006/relationships/notesSlide" Target="/ppt/notesSlides/notesSlide22.xml" Id="Rc75394b2c72449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20a671f8643d8" /><Relationship Type="http://schemas.openxmlformats.org/officeDocument/2006/relationships/chart" Target="/ppt/slides/charts/chart8.xml" Id="R7f1aec94f9394ae3" /><Relationship Type="http://schemas.openxmlformats.org/officeDocument/2006/relationships/notesSlide" Target="/ppt/notesSlides/notesSlide23.xml" Id="R097f84d7819f46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6f1fb56954538" /><Relationship Type="http://schemas.openxmlformats.org/officeDocument/2006/relationships/notesSlide" Target="/ppt/notesSlides/notesSlide24.xml" Id="R8d8040ca54c142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1e74d65704177" /><Relationship Type="http://schemas.openxmlformats.org/officeDocument/2006/relationships/notesSlide" Target="/ppt/notesSlides/notesSlide25.xml" Id="R0be86bdaf5a848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1c4d37adc41e0" /><Relationship Type="http://schemas.openxmlformats.org/officeDocument/2006/relationships/notesSlide" Target="/ppt/notesSlides/notesSlide26.xml" Id="R5f2e2d8f96d84f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e623bff9a44e8" /><Relationship Type="http://schemas.openxmlformats.org/officeDocument/2006/relationships/image" Target="/ppt/media/image4.png" Id="Rb6db484af8cc4894" /><Relationship Type="http://schemas.openxmlformats.org/officeDocument/2006/relationships/notesSlide" Target="/ppt/notesSlides/notesSlide27.xml" Id="R27fe0352a5704c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b666c4ba4b29" /><Relationship Type="http://schemas.openxmlformats.org/officeDocument/2006/relationships/notesSlide" Target="/ppt/notesSlides/notesSlide28.xml" Id="R2420b64e45ef49d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0856da52b4730" /><Relationship Type="http://schemas.openxmlformats.org/officeDocument/2006/relationships/notesSlide" Target="/ppt/notesSlides/notesSlide29.xml" Id="Rcec90c00bafb4a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2ea422bf549e9" /><Relationship Type="http://schemas.openxmlformats.org/officeDocument/2006/relationships/chart" Target="/ppt/slides/charts/chart9.xml" Id="R88e1aeadfb8e4028" /><Relationship Type="http://schemas.openxmlformats.org/officeDocument/2006/relationships/notesSlide" Target="/ppt/notesSlides/notesSlide30.xml" Id="R3557b226a86b4fb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fff8b68e34d97" /><Relationship Type="http://schemas.openxmlformats.org/officeDocument/2006/relationships/notesSlide" Target="/ppt/notesSlides/notesSlide31.xml" Id="R5d18cd722cda44e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c2c46600545c0" /><Relationship Type="http://schemas.openxmlformats.org/officeDocument/2006/relationships/chart" Target="/ppt/slides/charts/chart10.xml" Id="R2f9d7f3782644b48" /><Relationship Type="http://schemas.openxmlformats.org/officeDocument/2006/relationships/notesSlide" Target="/ppt/notesSlides/notesSlide32.xml" Id="Re9509af428a040c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8fc50d1e84266" /><Relationship Type="http://schemas.openxmlformats.org/officeDocument/2006/relationships/notesSlide" Target="/ppt/notesSlides/notesSlide33.xml" Id="R06d277d5785d469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d2155b5404e34" /><Relationship Type="http://schemas.openxmlformats.org/officeDocument/2006/relationships/notesSlide" Target="/ppt/notesSlides/notesSlide34.xml" Id="R326739db1bd8442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cccbdf2f041d6" /><Relationship Type="http://schemas.openxmlformats.org/officeDocument/2006/relationships/image" Target="/ppt/media/image5.png" Id="R2931380540bf4e6b" /><Relationship Type="http://schemas.openxmlformats.org/officeDocument/2006/relationships/notesSlide" Target="/ppt/notesSlides/notesSlide35.xml" Id="R57b957d75e57465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fc156b2ec4820" /><Relationship Type="http://schemas.openxmlformats.org/officeDocument/2006/relationships/notesSlide" Target="/ppt/notesSlides/notesSlide36.xml" Id="R771e23067feb44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7b52c14b547a1" /><Relationship Type="http://schemas.openxmlformats.org/officeDocument/2006/relationships/chart" Target="/ppt/slides/charts/chart11.xml" Id="Rf12556cf6e734ac2" /><Relationship Type="http://schemas.openxmlformats.org/officeDocument/2006/relationships/notesSlide" Target="/ppt/notesSlides/notesSlide37.xml" Id="R77b5e485944048d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097c07b2543d9" /><Relationship Type="http://schemas.openxmlformats.org/officeDocument/2006/relationships/notesSlide" Target="/ppt/notesSlides/notesSlide38.xml" Id="R93f0c300ea81441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a6f812ee9436e" /><Relationship Type="http://schemas.openxmlformats.org/officeDocument/2006/relationships/chart" Target="/ppt/slides/charts/chart12.xml" Id="Re6eba56ed50947b3" /><Relationship Type="http://schemas.openxmlformats.org/officeDocument/2006/relationships/notesSlide" Target="/ppt/notesSlides/notesSlide39.xml" Id="R35145148cea04ec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0c9bd7dc24694" /><Relationship Type="http://schemas.openxmlformats.org/officeDocument/2006/relationships/notesSlide" Target="/ppt/notesSlides/notesSlide40.xml" Id="R6a128392757c4b4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cac7e3fa64b8f" /><Relationship Type="http://schemas.openxmlformats.org/officeDocument/2006/relationships/notesSlide" Target="/ppt/notesSlides/notesSlide41.xml" Id="R91c9ae288ec945a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364830dde4e7b" /><Relationship Type="http://schemas.openxmlformats.org/officeDocument/2006/relationships/notesSlide" Target="/ppt/notesSlides/notesSlide42.xml" Id="R51b5f35eae8b4f3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72dee49c4381" /><Relationship Type="http://schemas.openxmlformats.org/officeDocument/2006/relationships/image" Target="/ppt/media/image6.png" Id="R0b16e9c6a8904faf" /><Relationship Type="http://schemas.openxmlformats.org/officeDocument/2006/relationships/notesSlide" Target="/ppt/notesSlides/notesSlide43.xml" Id="Re071cccabfbc41a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28cbcf5b74f8b" /><Relationship Type="http://schemas.openxmlformats.org/officeDocument/2006/relationships/notesSlide" Target="/ppt/notesSlides/notesSlide44.xml" Id="R7c1ece36c67749d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c9a03e60b4855" /><Relationship Type="http://schemas.openxmlformats.org/officeDocument/2006/relationships/notesSlide" Target="/ppt/notesSlides/notesSlide45.xml" Id="Rfd88c0058887437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0eefa27f74920" /><Relationship Type="http://schemas.openxmlformats.org/officeDocument/2006/relationships/notesSlide" Target="/ppt/notesSlides/notesSlide46.xml" Id="R0a8ceb8dc6f642f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40dd7b35f4ae6" /><Relationship Type="http://schemas.openxmlformats.org/officeDocument/2006/relationships/notesSlide" Target="/ppt/notesSlides/notesSlide47.xml" Id="Rd05a7a9945f44c9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3f7b1b0a14553" /><Relationship Type="http://schemas.openxmlformats.org/officeDocument/2006/relationships/notesSlide" Target="/ppt/notesSlides/notesSlide48.xml" Id="Rbdeb40bc02c74e1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aa8e2ef35429b" /><Relationship Type="http://schemas.openxmlformats.org/officeDocument/2006/relationships/notesSlide" Target="/ppt/notesSlides/notesSlide49.xml" Id="R628060e745f2416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ebdf350ee4b90" /><Relationship Type="http://schemas.openxmlformats.org/officeDocument/2006/relationships/notesSlide" Target="/ppt/notesSlides/notesSlide50.xml" Id="R75c40836b0d54ee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1.4</c:v>
              </c:pt>
              <c:pt idx="1">
                <c:v>0.8</c:v>
              </c:pt>
              <c:pt idx="2">
                <c:v>0.25</c:v>
              </c:pt>
            </c:numLit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F97362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1.55</c:v>
              </c:pt>
              <c:pt idx="1">
                <c:v>1</c:v>
              </c:pt>
              <c:pt idx="2">
                <c:v>1.65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1.4</c:v>
              </c:pt>
              <c:pt idx="1">
                <c:v>0.8</c:v>
              </c:pt>
              <c:pt idx="2">
                <c:v>0.25</c:v>
              </c:pt>
            </c:numLit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F97362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1.55</c:v>
              </c:pt>
              <c:pt idx="1">
                <c:v>1</c:v>
              </c:pt>
              <c:pt idx="2">
                <c:v>1.65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1.4</c:v>
              </c:pt>
              <c:pt idx="1">
                <c:v>0.8</c:v>
              </c:pt>
              <c:pt idx="2">
                <c:v>0.25</c:v>
              </c:pt>
            </c:numLit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F97362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1.55</c:v>
              </c:pt>
              <c:pt idx="1">
                <c:v>1</c:v>
              </c:pt>
              <c:pt idx="2">
                <c:v>1.65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1.4</c:v>
              </c:pt>
              <c:pt idx="1">
                <c:v>0.8</c:v>
              </c:pt>
              <c:pt idx="2">
                <c:v>0.25</c:v>
              </c:pt>
            </c:numLit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F97362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1.55</c:v>
              </c:pt>
              <c:pt idx="1">
                <c:v>1</c:v>
              </c:pt>
              <c:pt idx="2">
                <c:v>1.65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1.4</c:v>
              </c:pt>
              <c:pt idx="1">
                <c:v>0.8</c:v>
              </c:pt>
              <c:pt idx="2">
                <c:v>0.25</c:v>
              </c:pt>
            </c:numLit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F97362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1.55</c:v>
              </c:pt>
              <c:pt idx="1">
                <c:v>1</c:v>
              </c:pt>
              <c:pt idx="2">
                <c:v>1.65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1.4</c:v>
              </c:pt>
              <c:pt idx="1">
                <c:v>0.8</c:v>
              </c:pt>
              <c:pt idx="2">
                <c:v>0.25</c:v>
              </c:pt>
            </c:numLit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F97362"/>
            </a:solidFill>
          </c:spPr>
          <c:cat>
            <c:strLit>
              <c:ptCount val="3"/>
              <c:pt idx="0">
                <c:v>Simple</c:v>
              </c:pt>
              <c:pt idx="1">
                <c:v>Medium</c:v>
              </c:pt>
              <c:pt idx="2">
                <c:v>Flexible</c:v>
              </c:pt>
            </c:strLit>
          </c:cat>
          <c:val>
            <c:numLit>
              <c:formatCode>General</c:formatCode>
              <c:ptCount val="3"/>
              <c:pt idx="0">
                <c:v>1.55</c:v>
              </c:pt>
              <c:pt idx="1">
                <c:v>1</c:v>
              </c:pt>
              <c:pt idx="2">
                <c:v>1.65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5497FE5-8AD8-4E64-B184-95C5229E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04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487892E-FAF4-438F-98A0-3570C5C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Bias–variance, overfitting, and cross-validation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8CF647AC-3B1D-4869-BEDF-B8A784FC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851474DB-1860-46D7-80B6-93AC8B2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929C721B-70BA-4589-B106-C8C1CD22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d0929da95c4ad9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84A0053-1364-46DB-8F21-37C97047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37959D8-5C54-4EF2-80D7-15A394A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ED6CF-B209-41B3-88E2-D4CD607D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1410565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74C31BEA-EA10-48FB-9E38-CCDDFB40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E2A293-27BB-4BB1-85E2-FCA56E2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B253426-7545-4482-A54F-63063ABA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A77B7DAE-94AC-408F-9793-DD5B763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Use validation error—not training fit—to choose complexity without leaking future information.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4A8D5D7B-7409-411D-92DE-ACA2D41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D6A9EA6-1789-452D-8168-71587C99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4CF7FC4-3F08-4977-BA65-2CAE6374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F0071D7-0919-4409-B6DB-92CE6C4A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82636AD-16DA-43D5-A2E8-635E6A1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E7DDAA20-3D48-4F00-ADFD-A8EA37D0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FC72EB4F-E025-4533-A0D7-E3E86735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AF959E9-0968-4D16-B3D2-3A41E929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969091-F9FB-48D8-960D-1F46E1E9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1ACC035-7925-4523-93D5-FA87E6F5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789187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47D0E29-C6CD-4192-8A9E-CE5128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D839A-C1A4-483E-BABD-8EE4A58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770F5C-E8AD-4F97-8DB8-33B62DC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BC2A6D5-2A5A-4269-AE41-3A8ED1D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BD00247-2683-441B-8C66-DB08E1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in sample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898CEAB-5E80-4B26-9EA2-1160114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67F3C05-9AB8-4636-98B3-167729F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Measure test error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A100E63-3842-4D32-9240-415C02D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E2F9902-0908-4C86-B8E6-494EA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complexity honestly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861F336-626C-4DC1-92D7-997306F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Use validation error—not training fit—to choose complexity without leaking future information.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5009E03-A032-40F0-B288-D92501F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67BEE-CF96-4360-9AD5-5A241F3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38135F-BA29-4FB8-B090-E0B49F6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512993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8E7573D-3581-4CE2-9474-D3BF105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771B-11CA-430A-A85D-0567A33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05DD69E-B91F-449E-A605-F95CA72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3F1CF89-CF9E-4189-B9C5-BE3C2A6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Prediction quality is about unseen cases. Cross-validation is the experimental design of model selection.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0F04D63-92C4-4AC1-ABF7-211485F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forecasting · model comparison · deployment.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ED23EE1-9BA7-48AD-97CC-0B24C38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0DA94E9-00F0-4CAD-9C7D-7F50536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0313ea849d45e5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AC16CE9-BF3C-4DEB-890A-F6A458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D6E579-EB7A-47AB-9753-95D7C8B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00E27C-F37F-4FAB-AAC1-12E293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1102558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ACDDA39-0FE6-49C6-948C-D9D92A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AFA4-9C1A-402F-924C-D243195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A91CF3-C2D0-456B-AAC2-DA9BB1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6ECB8DE5-3950-4D7A-B72C-BB6DFE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5" name="fold-0-0">
            <a:extLst xmlns:a="http://schemas.openxmlformats.org/drawingml/2006/main">
              <a:ext uri="{FF2B5EF4-FFF2-40B4-BE49-F238E27FC236}">
                <a16:creationId xmlns:a16="http://schemas.microsoft.com/office/drawing/2014/main" id="{47F537ED-82D8-4382-9E58-5D2D915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fold-0-1">
            <a:extLst xmlns:a="http://schemas.openxmlformats.org/drawingml/2006/main">
              <a:ext uri="{FF2B5EF4-FFF2-40B4-BE49-F238E27FC236}">
                <a16:creationId xmlns:a16="http://schemas.microsoft.com/office/drawing/2014/main" id="{E443322D-BACC-4A57-ACF7-EE8103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fold-0-2">
            <a:extLst xmlns:a="http://schemas.openxmlformats.org/drawingml/2006/main">
              <a:ext uri="{FF2B5EF4-FFF2-40B4-BE49-F238E27FC236}">
                <a16:creationId xmlns:a16="http://schemas.microsoft.com/office/drawing/2014/main" id="{574B3A93-CBD7-499F-B9DD-E1C0DEB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fold-0-3">
            <a:extLst xmlns:a="http://schemas.openxmlformats.org/drawingml/2006/main">
              <a:ext uri="{FF2B5EF4-FFF2-40B4-BE49-F238E27FC236}">
                <a16:creationId xmlns:a16="http://schemas.microsoft.com/office/drawing/2014/main" id="{9E3C419B-8779-49BD-A185-4E7E973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fold-0-4">
            <a:extLst xmlns:a="http://schemas.openxmlformats.org/drawingml/2006/main">
              <a:ext uri="{FF2B5EF4-FFF2-40B4-BE49-F238E27FC236}">
                <a16:creationId xmlns:a16="http://schemas.microsoft.com/office/drawing/2014/main" id="{847926F5-E3DA-46ED-A3D9-D040122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15622465-444F-4440-BD8D-7DBEFF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1" name="fold-1-0">
            <a:extLst xmlns:a="http://schemas.openxmlformats.org/drawingml/2006/main">
              <a:ext uri="{FF2B5EF4-FFF2-40B4-BE49-F238E27FC236}">
                <a16:creationId xmlns:a16="http://schemas.microsoft.com/office/drawing/2014/main" id="{15414108-BD70-46ED-96B6-0C758A9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1-1">
            <a:extLst xmlns:a="http://schemas.openxmlformats.org/drawingml/2006/main">
              <a:ext uri="{FF2B5EF4-FFF2-40B4-BE49-F238E27FC236}">
                <a16:creationId xmlns:a16="http://schemas.microsoft.com/office/drawing/2014/main" id="{B762B5F6-31A6-4C5A-BAA3-AF00A5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1-2">
            <a:extLst xmlns:a="http://schemas.openxmlformats.org/drawingml/2006/main">
              <a:ext uri="{FF2B5EF4-FFF2-40B4-BE49-F238E27FC236}">
                <a16:creationId xmlns:a16="http://schemas.microsoft.com/office/drawing/2014/main" id="{B2E29AD9-95F8-478E-A1D5-C729CE9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1-3">
            <a:extLst xmlns:a="http://schemas.openxmlformats.org/drawingml/2006/main">
              <a:ext uri="{FF2B5EF4-FFF2-40B4-BE49-F238E27FC236}">
                <a16:creationId xmlns:a16="http://schemas.microsoft.com/office/drawing/2014/main" id="{06B7DA01-A162-4D55-81B4-CEAEBB4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fold-1-4">
            <a:extLst xmlns:a="http://schemas.openxmlformats.org/drawingml/2006/main">
              <a:ext uri="{FF2B5EF4-FFF2-40B4-BE49-F238E27FC236}">
                <a16:creationId xmlns:a16="http://schemas.microsoft.com/office/drawing/2014/main" id="{31BE3DA5-DFBB-4245-9572-9E11E83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82ACB7FF-7DA8-45C2-94CC-E50FAE0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17" name="fold-2-0">
            <a:extLst xmlns:a="http://schemas.openxmlformats.org/drawingml/2006/main">
              <a:ext uri="{FF2B5EF4-FFF2-40B4-BE49-F238E27FC236}">
                <a16:creationId xmlns:a16="http://schemas.microsoft.com/office/drawing/2014/main" id="{2E7F67C0-FA74-4490-BDCB-244655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2-1">
            <a:extLst xmlns:a="http://schemas.openxmlformats.org/drawingml/2006/main">
              <a:ext uri="{FF2B5EF4-FFF2-40B4-BE49-F238E27FC236}">
                <a16:creationId xmlns:a16="http://schemas.microsoft.com/office/drawing/2014/main" id="{03DD30F5-93E4-4939-A62C-2619D5C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2-2">
            <a:extLst xmlns:a="http://schemas.openxmlformats.org/drawingml/2006/main">
              <a:ext uri="{FF2B5EF4-FFF2-40B4-BE49-F238E27FC236}">
                <a16:creationId xmlns:a16="http://schemas.microsoft.com/office/drawing/2014/main" id="{0A06C7F2-9A13-481D-A0E0-9382DAF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2-3">
            <a:extLst xmlns:a="http://schemas.openxmlformats.org/drawingml/2006/main">
              <a:ext uri="{FF2B5EF4-FFF2-40B4-BE49-F238E27FC236}">
                <a16:creationId xmlns:a16="http://schemas.microsoft.com/office/drawing/2014/main" id="{04C6CFA0-30C7-468D-A8C9-E04210E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old-2-4">
            <a:extLst xmlns:a="http://schemas.openxmlformats.org/drawingml/2006/main">
              <a:ext uri="{FF2B5EF4-FFF2-40B4-BE49-F238E27FC236}">
                <a16:creationId xmlns:a16="http://schemas.microsoft.com/office/drawing/2014/main" id="{DE5EAA64-9667-4036-BC18-294478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C8D316CA-85BA-428B-AA85-1CBB0E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3" name="fold-3-0">
            <a:extLst xmlns:a="http://schemas.openxmlformats.org/drawingml/2006/main">
              <a:ext uri="{FF2B5EF4-FFF2-40B4-BE49-F238E27FC236}">
                <a16:creationId xmlns:a16="http://schemas.microsoft.com/office/drawing/2014/main" id="{2400D54B-FD09-4266-BB9B-41403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3-1">
            <a:extLst xmlns:a="http://schemas.openxmlformats.org/drawingml/2006/main">
              <a:ext uri="{FF2B5EF4-FFF2-40B4-BE49-F238E27FC236}">
                <a16:creationId xmlns:a16="http://schemas.microsoft.com/office/drawing/2014/main" id="{30C251EB-72BB-4496-8433-D6218E3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3-2">
            <a:extLst xmlns:a="http://schemas.openxmlformats.org/drawingml/2006/main">
              <a:ext uri="{FF2B5EF4-FFF2-40B4-BE49-F238E27FC236}">
                <a16:creationId xmlns:a16="http://schemas.microsoft.com/office/drawing/2014/main" id="{82E47DF0-3BA1-4538-8E9D-C3B60DD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3-3">
            <a:extLst xmlns:a="http://schemas.openxmlformats.org/drawingml/2006/main">
              <a:ext uri="{FF2B5EF4-FFF2-40B4-BE49-F238E27FC236}">
                <a16:creationId xmlns:a16="http://schemas.microsoft.com/office/drawing/2014/main" id="{FE71C939-4567-4A22-A6BD-B0D84E5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old-3-4">
            <a:extLst xmlns:a="http://schemas.openxmlformats.org/drawingml/2006/main">
              <a:ext uri="{FF2B5EF4-FFF2-40B4-BE49-F238E27FC236}">
                <a16:creationId xmlns:a16="http://schemas.microsoft.com/office/drawing/2014/main" id="{C1EB89A6-2883-459C-9061-E6E087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A2D3E828-053C-4AC4-BC8B-E374EEB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29" name="fold-4-0">
            <a:extLst xmlns:a="http://schemas.openxmlformats.org/drawingml/2006/main">
              <a:ext uri="{FF2B5EF4-FFF2-40B4-BE49-F238E27FC236}">
                <a16:creationId xmlns:a16="http://schemas.microsoft.com/office/drawing/2014/main" id="{5F6B6339-469B-4274-8A40-6D4A509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4-1">
            <a:extLst xmlns:a="http://schemas.openxmlformats.org/drawingml/2006/main">
              <a:ext uri="{FF2B5EF4-FFF2-40B4-BE49-F238E27FC236}">
                <a16:creationId xmlns:a16="http://schemas.microsoft.com/office/drawing/2014/main" id="{707F7D8A-FD9A-4FDC-9BA5-CB35AA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4-2">
            <a:extLst xmlns:a="http://schemas.openxmlformats.org/drawingml/2006/main">
              <a:ext uri="{FF2B5EF4-FFF2-40B4-BE49-F238E27FC236}">
                <a16:creationId xmlns:a16="http://schemas.microsoft.com/office/drawing/2014/main" id="{6B64AA92-3CE5-4B13-AD91-983052B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4-3">
            <a:extLst xmlns:a="http://schemas.openxmlformats.org/drawingml/2006/main">
              <a:ext uri="{FF2B5EF4-FFF2-40B4-BE49-F238E27FC236}">
                <a16:creationId xmlns:a16="http://schemas.microsoft.com/office/drawing/2014/main" id="{CF0567F9-82E1-4A4A-B30D-5287467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fold-4-4">
            <a:extLst xmlns:a="http://schemas.openxmlformats.org/drawingml/2006/main">
              <a:ext uri="{FF2B5EF4-FFF2-40B4-BE49-F238E27FC236}">
                <a16:creationId xmlns:a16="http://schemas.microsoft.com/office/drawing/2014/main" id="{7A85C55A-C735-4DF2-8A25-1E42858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72293CCA-B57C-4A5B-957D-BE329EA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1D2DBD51-F0ED-452E-82D1-3B4C26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George E. P. Box</a:t>
            </a:r>
          </a:p>
        </p:txBody>
      </p:sp>
      <p:sp>
        <p:nvSpPr>
          <p:cNvPr id="3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C378D746-C25F-4B65-907F-EA7DED4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1919–2013</a:t>
            </a:r>
          </a:p>
        </p:txBody>
      </p:sp>
      <p:sp>
        <p:nvSpPr>
          <p:cNvPr id="3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1B8865-23A9-40F4-B1A1-C2E364F5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C183751-48E4-4031-AD3E-A05EC98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3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C787CE9-6DDB-4097-B34C-CBD9C83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1F4B8C6-1CF1-491D-949B-A4CBF48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Box made model criticism central: useful models are approximations whose…</a:t>
            </a:r>
          </a:p>
        </p:txBody>
      </p:sp>
      <p:sp>
        <p:nvSpPr>
          <p:cNvPr id="4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3AA8D31-810C-45AF-B63B-9FA533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838B81-1A77-4570-B13A-F759EBE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230DA7-9F60-4546-A144-FFCEC98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865FCF-C44F-490C-840B-A7CE4F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46" name="media-matte-box.png">
            <a:extLst xmlns:a="http://schemas.openxmlformats.org/drawingml/2006/main">
              <a:ext uri="{FF2B5EF4-FFF2-40B4-BE49-F238E27FC236}">
                <a16:creationId xmlns:a16="http://schemas.microsoft.com/office/drawing/2014/main" id="{B36D52FB-AA30-498D-8AAB-FFDFA712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32979051f417d"/>
          <a:stretch xmlns:a="http://schemas.openxmlformats.org/drawingml/2006/main"/>
        </p:blipFill>
        <p:spPr>
          <a:xfrm xmlns:a="http://schemas.openxmlformats.org/drawingml/2006/main">
            <a:off x="3017520" y="1600200"/>
            <a:ext cx="17373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951391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B18507C-4D87-49C4-AB8B-8B6FE0F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77EBF-8D0E-4E03-821D-5D774B9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FC68E9A-53AF-41FA-A7E9-4786B36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52A65BF-C59B-41A8-B8D1-0B08566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72CA10A-E627-44A5-B1CE-EE4428E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47BA1EBF-3970-4DD6-B4BB-2DE5994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3FFF197-94FF-4FAD-9C73-0DA14F7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What this adds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C27FF948-0A60-4CEF-8A0A-E0DE302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1EAFC396-929D-402A-92F3-EDFB719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Variance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12E21096-40D3-45CA-A836-EA30C40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BFC18C42-FA51-4332-ADF0-BC2EF7C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F574FDED-F22E-4D5A-AEA8-BAC6525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044E8C0-567A-43A9-B6E4-DADFB91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Leakage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47B8248F-A353-4859-8ED9-9FD43ED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BF16F38A-1EF2-4D75-A090-005C2DC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B3C51D80-6224-4014-9084-B649E52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AC06D50-AAD1-4CF0-A679-9645FAC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4EEB97-F89B-46F2-8DA1-E4D601C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2548269-E40C-4EB5-9ACB-86DD1F6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1568352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F2F115F-36B6-4181-BA10-2FB7BFE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2A6D5-33E1-4432-867A-99BC274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is the hinge of the course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23E63A4-882F-479E-9354-918462A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0A9EB48-23B9-4797-93D6-1EE9DDC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CV = (1/K) Σₖ errorₖ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25C3E24-56D4-4E9A-A5CC-6DA07BE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Both are statements about the data you have. Neither says anything about data you have not seen. And every use of a model — forecasting, targeting, deciding — is about data you have not seen.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44CD87B-12C4-4343-BBAC-BB14845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EBA7351-A678-45A0-B0C9-B6CF9DB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Both are statements about the data you have.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f1e298a2e943b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8EED1D0-2684-4284-B9BA-27B8D1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EBCFD0-198D-448A-A3BC-6755484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E4D7795-6C45-4463-A5A2-32906E0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1970022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47D0E29-C6CD-4192-8A9E-CE5128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D839A-C1A4-483E-BABD-8EE4A58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today adds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770F5C-E8AD-4F97-8DB8-33B62DC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BC2A6D5-2A5A-4269-AE41-3A8ED1D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BD00247-2683-441B-8C66-DB08E1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vocabulary for why a flexible model can be worse: bias, variance, irreducible noise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898CEAB-5E80-4B26-9EA2-1160114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67F3C05-9AB8-4636-98B3-167729F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number for how much training error flatters you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A100E63-3842-4D32-9240-415C02D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E2F9902-0908-4C86-B8E6-494EA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procedure — cross-validation — and the three ways it is routinely botched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861F336-626C-4DC1-92D7-997306F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&gt; After today, in-sample fit stops being evidence.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5009E03-A032-40F0-B288-D92501F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67BEE-CF96-4360-9AD5-5A241F3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38135F-BA29-4FB8-B090-E0B49F6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512993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33EFEB36-3B7C-408C-9F44-1860389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A327D-B209-47FE-8768-010B4CC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decomposition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4599293-3A41-4CBC-B31B-3002310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BF3BA2-E728-494A-A0D5-6D61976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Test MSE = Bias² + Variance + σ²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EDFBBA20-053A-483C-83C9-1A5262E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decomposition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3E59214A-11F3-4005-9EB9-3D8421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ED821A4-8DC8-4FA3-8149-5DCFE3E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The decomposition</a:t>
            </a:r>
          </a:p>
        </p:txBody>
      </p:sp>
      <p:sp>
        <p:nvSpPr>
          <p:cNvPr id="8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9B46632A-EA2C-4E26-B003-30F6C0B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9" name="fold-0-0">
            <a:extLst xmlns:a="http://schemas.openxmlformats.org/drawingml/2006/main">
              <a:ext uri="{FF2B5EF4-FFF2-40B4-BE49-F238E27FC236}">
                <a16:creationId xmlns:a16="http://schemas.microsoft.com/office/drawing/2014/main" id="{CC2D91AD-8E22-4235-9E8E-A4AD4C0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0-1">
            <a:extLst xmlns:a="http://schemas.openxmlformats.org/drawingml/2006/main">
              <a:ext uri="{FF2B5EF4-FFF2-40B4-BE49-F238E27FC236}">
                <a16:creationId xmlns:a16="http://schemas.microsoft.com/office/drawing/2014/main" id="{A144E514-BEE0-40D1-9115-8CC4919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fold-0-2">
            <a:extLst xmlns:a="http://schemas.openxmlformats.org/drawingml/2006/main">
              <a:ext uri="{FF2B5EF4-FFF2-40B4-BE49-F238E27FC236}">
                <a16:creationId xmlns:a16="http://schemas.microsoft.com/office/drawing/2014/main" id="{49D9FB8A-566F-45B1-9864-88CAF50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0-3">
            <a:extLst xmlns:a="http://schemas.openxmlformats.org/drawingml/2006/main">
              <a:ext uri="{FF2B5EF4-FFF2-40B4-BE49-F238E27FC236}">
                <a16:creationId xmlns:a16="http://schemas.microsoft.com/office/drawing/2014/main" id="{92F15F2A-1E58-4676-90BC-D17C94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0-4">
            <a:extLst xmlns:a="http://schemas.openxmlformats.org/drawingml/2006/main">
              <a:ext uri="{FF2B5EF4-FFF2-40B4-BE49-F238E27FC236}">
                <a16:creationId xmlns:a16="http://schemas.microsoft.com/office/drawing/2014/main" id="{031A13A9-50F1-41A3-92C3-DF13AC3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33EEE2DB-C886-4252-97A3-2A21164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5" name="fold-1-0">
            <a:extLst xmlns:a="http://schemas.openxmlformats.org/drawingml/2006/main">
              <a:ext uri="{FF2B5EF4-FFF2-40B4-BE49-F238E27FC236}">
                <a16:creationId xmlns:a16="http://schemas.microsoft.com/office/drawing/2014/main" id="{2A9539C1-8884-4505-AC69-6469EE8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1-1">
            <a:extLst xmlns:a="http://schemas.openxmlformats.org/drawingml/2006/main">
              <a:ext uri="{FF2B5EF4-FFF2-40B4-BE49-F238E27FC236}">
                <a16:creationId xmlns:a16="http://schemas.microsoft.com/office/drawing/2014/main" id="{002A04EC-7105-4D67-B059-E4CB6AC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fold-1-2">
            <a:extLst xmlns:a="http://schemas.openxmlformats.org/drawingml/2006/main">
              <a:ext uri="{FF2B5EF4-FFF2-40B4-BE49-F238E27FC236}">
                <a16:creationId xmlns:a16="http://schemas.microsoft.com/office/drawing/2014/main" id="{0DF51B36-8C91-408A-BB1A-070D2AC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1-3">
            <a:extLst xmlns:a="http://schemas.openxmlformats.org/drawingml/2006/main">
              <a:ext uri="{FF2B5EF4-FFF2-40B4-BE49-F238E27FC236}">
                <a16:creationId xmlns:a16="http://schemas.microsoft.com/office/drawing/2014/main" id="{30B5A39C-5188-4D34-9D35-9FF8BAB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1-4">
            <a:extLst xmlns:a="http://schemas.openxmlformats.org/drawingml/2006/main">
              <a:ext uri="{FF2B5EF4-FFF2-40B4-BE49-F238E27FC236}">
                <a16:creationId xmlns:a16="http://schemas.microsoft.com/office/drawing/2014/main" id="{468A9B6D-4F8B-440A-B9D8-D83CFBE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1C122E19-0F34-4B4A-986B-BC91B2F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21" name="fold-2-0">
            <a:extLst xmlns:a="http://schemas.openxmlformats.org/drawingml/2006/main">
              <a:ext uri="{FF2B5EF4-FFF2-40B4-BE49-F238E27FC236}">
                <a16:creationId xmlns:a16="http://schemas.microsoft.com/office/drawing/2014/main" id="{D1B3C0EF-7EFB-4C44-ACA6-97CB65A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2-1">
            <a:extLst xmlns:a="http://schemas.openxmlformats.org/drawingml/2006/main">
              <a:ext uri="{FF2B5EF4-FFF2-40B4-BE49-F238E27FC236}">
                <a16:creationId xmlns:a16="http://schemas.microsoft.com/office/drawing/2014/main" id="{6A5208AC-C61B-4174-8E21-2224E90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fold-2-2">
            <a:extLst xmlns:a="http://schemas.openxmlformats.org/drawingml/2006/main">
              <a:ext uri="{FF2B5EF4-FFF2-40B4-BE49-F238E27FC236}">
                <a16:creationId xmlns:a16="http://schemas.microsoft.com/office/drawing/2014/main" id="{01490995-0B25-4542-AAFD-3417761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2-3">
            <a:extLst xmlns:a="http://schemas.openxmlformats.org/drawingml/2006/main">
              <a:ext uri="{FF2B5EF4-FFF2-40B4-BE49-F238E27FC236}">
                <a16:creationId xmlns:a16="http://schemas.microsoft.com/office/drawing/2014/main" id="{FDF3C731-E4E7-46A7-B46D-C1BBCED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2-4">
            <a:extLst xmlns:a="http://schemas.openxmlformats.org/drawingml/2006/main">
              <a:ext uri="{FF2B5EF4-FFF2-40B4-BE49-F238E27FC236}">
                <a16:creationId xmlns:a16="http://schemas.microsoft.com/office/drawing/2014/main" id="{283719A7-36F8-44B8-82DA-C856656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316CE72F-9A6E-4E4B-94E1-96BE63D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7" name="fold-3-0">
            <a:extLst xmlns:a="http://schemas.openxmlformats.org/drawingml/2006/main">
              <a:ext uri="{FF2B5EF4-FFF2-40B4-BE49-F238E27FC236}">
                <a16:creationId xmlns:a16="http://schemas.microsoft.com/office/drawing/2014/main" id="{DCBD66EE-616E-4B0C-B40D-5A17F8F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3-1">
            <a:extLst xmlns:a="http://schemas.openxmlformats.org/drawingml/2006/main">
              <a:ext uri="{FF2B5EF4-FFF2-40B4-BE49-F238E27FC236}">
                <a16:creationId xmlns:a16="http://schemas.microsoft.com/office/drawing/2014/main" id="{3100B712-E2D5-4828-9B12-58DE7B0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fold-3-2">
            <a:extLst xmlns:a="http://schemas.openxmlformats.org/drawingml/2006/main">
              <a:ext uri="{FF2B5EF4-FFF2-40B4-BE49-F238E27FC236}">
                <a16:creationId xmlns:a16="http://schemas.microsoft.com/office/drawing/2014/main" id="{81E97352-E97E-4527-88A4-28844B9C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3-3">
            <a:extLst xmlns:a="http://schemas.openxmlformats.org/drawingml/2006/main">
              <a:ext uri="{FF2B5EF4-FFF2-40B4-BE49-F238E27FC236}">
                <a16:creationId xmlns:a16="http://schemas.microsoft.com/office/drawing/2014/main" id="{DB994987-359D-47C1-9414-2B96A5B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3-4">
            <a:extLst xmlns:a="http://schemas.openxmlformats.org/drawingml/2006/main">
              <a:ext uri="{FF2B5EF4-FFF2-40B4-BE49-F238E27FC236}">
                <a16:creationId xmlns:a16="http://schemas.microsoft.com/office/drawing/2014/main" id="{F2090647-2D07-4A3D-9D57-F1F0AC1C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4669B4AA-55E8-4D4B-82C8-FD62820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33" name="fold-4-0">
            <a:extLst xmlns:a="http://schemas.openxmlformats.org/drawingml/2006/main">
              <a:ext uri="{FF2B5EF4-FFF2-40B4-BE49-F238E27FC236}">
                <a16:creationId xmlns:a16="http://schemas.microsoft.com/office/drawing/2014/main" id="{2B2E6078-EE94-42A2-83DC-9563DE9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4-1">
            <a:extLst xmlns:a="http://schemas.openxmlformats.org/drawingml/2006/main">
              <a:ext uri="{FF2B5EF4-FFF2-40B4-BE49-F238E27FC236}">
                <a16:creationId xmlns:a16="http://schemas.microsoft.com/office/drawing/2014/main" id="{7E3ABA09-1B9F-460D-B8CF-DDAACF8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fold-4-2">
            <a:extLst xmlns:a="http://schemas.openxmlformats.org/drawingml/2006/main">
              <a:ext uri="{FF2B5EF4-FFF2-40B4-BE49-F238E27FC236}">
                <a16:creationId xmlns:a16="http://schemas.microsoft.com/office/drawing/2014/main" id="{EBD3DD2D-3AA7-4C04-9546-9E66B5B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fold-4-3">
            <a:extLst xmlns:a="http://schemas.openxmlformats.org/drawingml/2006/main">
              <a:ext uri="{FF2B5EF4-FFF2-40B4-BE49-F238E27FC236}">
                <a16:creationId xmlns:a16="http://schemas.microsoft.com/office/drawing/2014/main" id="{2F957EB8-AEF9-4112-9CBD-E0BC95A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fold-4-4">
            <a:extLst xmlns:a="http://schemas.openxmlformats.org/drawingml/2006/main">
              <a:ext uri="{FF2B5EF4-FFF2-40B4-BE49-F238E27FC236}">
                <a16:creationId xmlns:a16="http://schemas.microsoft.com/office/drawing/2014/main" id="{3D062E9E-4308-4FC1-9823-AA2BEFD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59D06C6D-5616-4F85-AECC-FF70FC9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723C24-908E-434F-BE52-A99F2FE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659EA2-4C3F-400B-8C8F-3F3D865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EAF9CC-53AA-40B3-ADEA-52E3270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15960312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8E7573D-3581-4CE2-9474-D3BF105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771B-11CA-430A-A85D-0567A33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Expected squared error at a test point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05DD69E-B91F-449E-A605-F95CA72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3F1CF89-CF9E-4189-B9C5-BE3C2A6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Ebig[(y_0 - hat f(x_0))²big] = underbraceVarbig(hat f(x_0)big)_variance + underbracebig(E[hat f(x_0)] - f(x_0)big)²_bias² + σ²_irreducible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0F04D63-92C4-4AC1-ABF7-211485F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= underbraceVarbig(hat f(x0)big)variance + underbracebig(mathbbE[hat f(x0)] - f(x0)big)^2bias^2 + σ^2irreducible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ED23EE1-9BA7-48AD-97CC-0B24C38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0DA94E9-00F0-4CAD-9C7D-7F50536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= underbraceVarbig(hat f(x0)big)variance + underbracebig(mathbbE[hat f(x0)] - f(x0)big)^2bias^2 +…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0ac22b3f9c4bf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AC16CE9-BF3C-4DEB-890A-F6A458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D6E579-EB7A-47AB-9753-95D7C8B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00E27C-F37F-4FAB-AAC1-12E293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1102558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ACDDA39-0FE6-49C6-948C-D9D92A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AFA4-9C1A-402F-924C-D243195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each term means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A91CF3-C2D0-456B-AAC2-DA9BB1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6ECB8DE5-3950-4D7A-B72C-BB6DFE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5" name="fold-0-0">
            <a:extLst xmlns:a="http://schemas.openxmlformats.org/drawingml/2006/main">
              <a:ext uri="{FF2B5EF4-FFF2-40B4-BE49-F238E27FC236}">
                <a16:creationId xmlns:a16="http://schemas.microsoft.com/office/drawing/2014/main" id="{47F537ED-82D8-4382-9E58-5D2D915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fold-0-1">
            <a:extLst xmlns:a="http://schemas.openxmlformats.org/drawingml/2006/main">
              <a:ext uri="{FF2B5EF4-FFF2-40B4-BE49-F238E27FC236}">
                <a16:creationId xmlns:a16="http://schemas.microsoft.com/office/drawing/2014/main" id="{E443322D-BACC-4A57-ACF7-EE8103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fold-0-2">
            <a:extLst xmlns:a="http://schemas.openxmlformats.org/drawingml/2006/main">
              <a:ext uri="{FF2B5EF4-FFF2-40B4-BE49-F238E27FC236}">
                <a16:creationId xmlns:a16="http://schemas.microsoft.com/office/drawing/2014/main" id="{574B3A93-CBD7-499F-B9DD-E1C0DEB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fold-0-3">
            <a:extLst xmlns:a="http://schemas.openxmlformats.org/drawingml/2006/main">
              <a:ext uri="{FF2B5EF4-FFF2-40B4-BE49-F238E27FC236}">
                <a16:creationId xmlns:a16="http://schemas.microsoft.com/office/drawing/2014/main" id="{9E3C419B-8779-49BD-A185-4E7E973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fold-0-4">
            <a:extLst xmlns:a="http://schemas.openxmlformats.org/drawingml/2006/main">
              <a:ext uri="{FF2B5EF4-FFF2-40B4-BE49-F238E27FC236}">
                <a16:creationId xmlns:a16="http://schemas.microsoft.com/office/drawing/2014/main" id="{847926F5-E3DA-46ED-A3D9-D040122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15622465-444F-4440-BD8D-7DBEFF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1" name="fold-1-0">
            <a:extLst xmlns:a="http://schemas.openxmlformats.org/drawingml/2006/main">
              <a:ext uri="{FF2B5EF4-FFF2-40B4-BE49-F238E27FC236}">
                <a16:creationId xmlns:a16="http://schemas.microsoft.com/office/drawing/2014/main" id="{15414108-BD70-46ED-96B6-0C758A9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1-1">
            <a:extLst xmlns:a="http://schemas.openxmlformats.org/drawingml/2006/main">
              <a:ext uri="{FF2B5EF4-FFF2-40B4-BE49-F238E27FC236}">
                <a16:creationId xmlns:a16="http://schemas.microsoft.com/office/drawing/2014/main" id="{B762B5F6-31A6-4C5A-BAA3-AF00A5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1-2">
            <a:extLst xmlns:a="http://schemas.openxmlformats.org/drawingml/2006/main">
              <a:ext uri="{FF2B5EF4-FFF2-40B4-BE49-F238E27FC236}">
                <a16:creationId xmlns:a16="http://schemas.microsoft.com/office/drawing/2014/main" id="{B2E29AD9-95F8-478E-A1D5-C729CE9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1-3">
            <a:extLst xmlns:a="http://schemas.openxmlformats.org/drawingml/2006/main">
              <a:ext uri="{FF2B5EF4-FFF2-40B4-BE49-F238E27FC236}">
                <a16:creationId xmlns:a16="http://schemas.microsoft.com/office/drawing/2014/main" id="{06B7DA01-A162-4D55-81B4-CEAEBB4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fold-1-4">
            <a:extLst xmlns:a="http://schemas.openxmlformats.org/drawingml/2006/main">
              <a:ext uri="{FF2B5EF4-FFF2-40B4-BE49-F238E27FC236}">
                <a16:creationId xmlns:a16="http://schemas.microsoft.com/office/drawing/2014/main" id="{31BE3DA5-DFBB-4245-9572-9E11E83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82ACB7FF-7DA8-45C2-94CC-E50FAE0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17" name="fold-2-0">
            <a:extLst xmlns:a="http://schemas.openxmlformats.org/drawingml/2006/main">
              <a:ext uri="{FF2B5EF4-FFF2-40B4-BE49-F238E27FC236}">
                <a16:creationId xmlns:a16="http://schemas.microsoft.com/office/drawing/2014/main" id="{2E7F67C0-FA74-4490-BDCB-244655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2-1">
            <a:extLst xmlns:a="http://schemas.openxmlformats.org/drawingml/2006/main">
              <a:ext uri="{FF2B5EF4-FFF2-40B4-BE49-F238E27FC236}">
                <a16:creationId xmlns:a16="http://schemas.microsoft.com/office/drawing/2014/main" id="{03DD30F5-93E4-4939-A62C-2619D5C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2-2">
            <a:extLst xmlns:a="http://schemas.openxmlformats.org/drawingml/2006/main">
              <a:ext uri="{FF2B5EF4-FFF2-40B4-BE49-F238E27FC236}">
                <a16:creationId xmlns:a16="http://schemas.microsoft.com/office/drawing/2014/main" id="{0A06C7F2-9A13-481D-A0E0-9382DAF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2-3">
            <a:extLst xmlns:a="http://schemas.openxmlformats.org/drawingml/2006/main">
              <a:ext uri="{FF2B5EF4-FFF2-40B4-BE49-F238E27FC236}">
                <a16:creationId xmlns:a16="http://schemas.microsoft.com/office/drawing/2014/main" id="{04C6CFA0-30C7-468D-A8C9-E04210E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old-2-4">
            <a:extLst xmlns:a="http://schemas.openxmlformats.org/drawingml/2006/main">
              <a:ext uri="{FF2B5EF4-FFF2-40B4-BE49-F238E27FC236}">
                <a16:creationId xmlns:a16="http://schemas.microsoft.com/office/drawing/2014/main" id="{DE5EAA64-9667-4036-BC18-294478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C8D316CA-85BA-428B-AA85-1CBB0E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3" name="fold-3-0">
            <a:extLst xmlns:a="http://schemas.openxmlformats.org/drawingml/2006/main">
              <a:ext uri="{FF2B5EF4-FFF2-40B4-BE49-F238E27FC236}">
                <a16:creationId xmlns:a16="http://schemas.microsoft.com/office/drawing/2014/main" id="{2400D54B-FD09-4266-BB9B-41403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3-1">
            <a:extLst xmlns:a="http://schemas.openxmlformats.org/drawingml/2006/main">
              <a:ext uri="{FF2B5EF4-FFF2-40B4-BE49-F238E27FC236}">
                <a16:creationId xmlns:a16="http://schemas.microsoft.com/office/drawing/2014/main" id="{30C251EB-72BB-4496-8433-D6218E3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3-2">
            <a:extLst xmlns:a="http://schemas.openxmlformats.org/drawingml/2006/main">
              <a:ext uri="{FF2B5EF4-FFF2-40B4-BE49-F238E27FC236}">
                <a16:creationId xmlns:a16="http://schemas.microsoft.com/office/drawing/2014/main" id="{82E47DF0-3BA1-4538-8E9D-C3B60DD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3-3">
            <a:extLst xmlns:a="http://schemas.openxmlformats.org/drawingml/2006/main">
              <a:ext uri="{FF2B5EF4-FFF2-40B4-BE49-F238E27FC236}">
                <a16:creationId xmlns:a16="http://schemas.microsoft.com/office/drawing/2014/main" id="{FE71C939-4567-4A22-A6BD-B0D84E5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old-3-4">
            <a:extLst xmlns:a="http://schemas.openxmlformats.org/drawingml/2006/main">
              <a:ext uri="{FF2B5EF4-FFF2-40B4-BE49-F238E27FC236}">
                <a16:creationId xmlns:a16="http://schemas.microsoft.com/office/drawing/2014/main" id="{C1EB89A6-2883-459C-9061-E6E087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A2D3E828-053C-4AC4-BC8B-E374EEB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29" name="fold-4-0">
            <a:extLst xmlns:a="http://schemas.openxmlformats.org/drawingml/2006/main">
              <a:ext uri="{FF2B5EF4-FFF2-40B4-BE49-F238E27FC236}">
                <a16:creationId xmlns:a16="http://schemas.microsoft.com/office/drawing/2014/main" id="{5F6B6339-469B-4274-8A40-6D4A509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4-1">
            <a:extLst xmlns:a="http://schemas.openxmlformats.org/drawingml/2006/main">
              <a:ext uri="{FF2B5EF4-FFF2-40B4-BE49-F238E27FC236}">
                <a16:creationId xmlns:a16="http://schemas.microsoft.com/office/drawing/2014/main" id="{707F7D8A-FD9A-4FDC-9BA5-CB35AA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4-2">
            <a:extLst xmlns:a="http://schemas.openxmlformats.org/drawingml/2006/main">
              <a:ext uri="{FF2B5EF4-FFF2-40B4-BE49-F238E27FC236}">
                <a16:creationId xmlns:a16="http://schemas.microsoft.com/office/drawing/2014/main" id="{6B64AA92-3CE5-4B13-AD91-983052B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4-3">
            <a:extLst xmlns:a="http://schemas.openxmlformats.org/drawingml/2006/main">
              <a:ext uri="{FF2B5EF4-FFF2-40B4-BE49-F238E27FC236}">
                <a16:creationId xmlns:a16="http://schemas.microsoft.com/office/drawing/2014/main" id="{CF0567F9-82E1-4A4A-B30D-5287467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fold-4-4">
            <a:extLst xmlns:a="http://schemas.openxmlformats.org/drawingml/2006/main">
              <a:ext uri="{FF2B5EF4-FFF2-40B4-BE49-F238E27FC236}">
                <a16:creationId xmlns:a16="http://schemas.microsoft.com/office/drawing/2014/main" id="{7A85C55A-C735-4DF2-8A25-1E42858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72293CCA-B57C-4A5B-957D-BE329EA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1D2DBD51-F0ED-452E-82D1-3B4C26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C378D746-C25F-4B65-907F-EA7DED4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σ^2 is not a defect of your method.</a:t>
            </a:r>
          </a:p>
        </p:txBody>
      </p:sp>
      <p:sp>
        <p:nvSpPr>
          <p:cNvPr id="3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1B8865-23A9-40F4-B1A1-C2E364F5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C183751-48E4-4031-AD3E-A05EC98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Reporting a validation error below it means you have leaked, not learned.</a:t>
            </a:r>
          </a:p>
        </p:txBody>
      </p:sp>
      <p:sp>
        <p:nvSpPr>
          <p:cNvPr id="3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C787CE9-6DDB-4097-B34C-CBD9C83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1F4B8C6-1CF1-491D-949B-A4CBF48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4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3AA8D31-810C-45AF-B63B-9FA533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838B81-1A77-4570-B13A-F759EBE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230DA7-9F60-4546-A144-FFCEC98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865FCF-C44F-490C-840B-A7CE4F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46" name="media-matte-bias_variance_cv.png">
            <a:extLst xmlns:a="http://schemas.openxmlformats.org/drawingml/2006/main">
              <a:ext uri="{FF2B5EF4-FFF2-40B4-BE49-F238E27FC236}">
                <a16:creationId xmlns:a16="http://schemas.microsoft.com/office/drawing/2014/main" id="{2FF62F7A-C8B9-4742-B3FE-3A2923B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0b6c139fc4df3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951391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54AE54E-9FCD-48C7-894C-CB75A79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6275C-B3DC-4188-AA26-4A9A6BF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Seeing it happen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98C40E4-F424-4CAF-BA5D-113FDEA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AAB65C8-924A-4BDF-B6E6-9EC944D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8194A8C-4567-4A7C-8DF9-2094FD8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14DB7E6-7A74-4ECA-8D41-289DC7F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1265B1E-5E6A-40A9-83D7-80695B4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04-bias-variance-and-cross-validation/demo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session04_cross_validation_demo.py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C33B77BE-E011-4090-8B69-5C2DD03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65E38B8-6CF5-4A73-BF4C-FE37E46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sklearn.model_selection import KFold, cross_val_score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sklearn.pipeline import make_pipeline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sklearn.preprocessing import PolynomialFeatures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sklearn.linear_model import LinearRegression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[[x] for x in range(12)]; y = [x + (x%3) for x in range(12)]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make_pipeline(PolynomialFeatures(2), LinearRegression())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print(-cross_val_score(m, X, y, cv=KFold(4), scoring='neg_mean_squared_error').mean())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E835176-E598-4DFA-AC1F-E3141B2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B98CA8E-6BA3-432C-B12D-9717D90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4DB497-6454-4975-BDE8-CCE99C0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4FB7EE-9F8C-4718-B09A-4042923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11249685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F2F115F-36B6-4181-BA10-2FB7BFE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2A6D5-33E1-4432-867A-99BC274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curves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23E63A4-882F-479E-9354-918462A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0A9EB48-23B9-4797-93D6-1EE9DDC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CV = (1/K) Σₖ errorₖ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25C3E24-56D4-4E9A-A5CC-6DA07BE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np.random.defaultrng(60033) def ftrue(x): return np.sin(1.6 x) + 0.35 x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44CD87B-12C4-4343-BBAC-BB14845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EBA7351-A678-45A0-B0C9-B6CF9DB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np.random.defaultrng(60033) def ftrue(x): return np.sin(1.6 x) + 0.35 x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de06c35ebf41f9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8EED1D0-2684-4284-B9BA-27B8D1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EBCFD0-198D-448A-A3BC-6755484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E4D7795-6C45-4463-A5A2-32906E0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1970022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208ADCA-4987-4A50-8647-D1E2377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1D1E9-5E49-4703-9A5D-FC24D6D9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curves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EF0C81-7A37-447B-BD3D-857B8C3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50A59FD2-86F3-470D-B0E3-4EB3727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rng = np.random.defaultrng(60033) def ftrue(x): return np.sin(1.6 x) + 0.35 x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5AE578F-9DCD-4FFE-8ABA-AA68103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207E3667-C418-4B09-AF57-EADD281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np.random.defaultrng(60033) def ftrue(x): return np.sin(1.6 x) + 0.35 x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14079A42-B5F4-497C-871F-D32892E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BBE76CA5-5FFE-4694-A927-41CE871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4D90F1E-7D77-4CA7-8286-69C6F6D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F657D884-430E-40B2-8258-DDA8CEB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0351B47F-BAEC-4D23-B473-8BDFE5D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52CDECDE-5F92-43CA-8A74-CA3DA13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09BA88F0-840A-41CD-A33F-904D9CAB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F138D842-C9A3-4562-B8F3-40A8CFF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112DFA65-8029-4EAC-A961-15CFB51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Evaluate with a matching split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235B32A-3540-4D1D-907B-83F4576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2CE2C29-C6E7-48E6-A554-31BB7B9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266F11-0952-4CDC-9A29-C8FC822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CCD05A6-9043-4EDB-BC98-0FBC6C0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3392148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33EFEB36-3B7C-408C-9F44-1860389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A327D-B209-47FE-8768-010B4CC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thing, as fits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4599293-3A41-4CBC-B31B-3002310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BF3BA2-E728-494A-A0D5-6D61976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Test MSE = Bias² + Variance + σ²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EDFBBA20-053A-483C-83C9-1A5262E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xt = rng.uniform(0, 6, 45) yt = ftrue(xt) + rng.normal(0, SIG, 45) fig, axes = plt.subplots(1, 3, figsize=(7.8, 2.6), sharey=True)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3E59214A-11F3-4005-9EB9-3D8421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ED821A4-8DC8-4FA3-8149-5DCFE3E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xt = rng.uniform(0, 6, 45) yt = ftrue(xt) + rng.normal(0, SIG, 45) fig, axes = plt.subplots(1, 3,…</a:t>
            </a:r>
          </a:p>
        </p:txBody>
      </p:sp>
      <p:sp>
        <p:nvSpPr>
          <p:cNvPr id="8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9B46632A-EA2C-4E26-B003-30F6C0B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9" name="fold-0-0">
            <a:extLst xmlns:a="http://schemas.openxmlformats.org/drawingml/2006/main">
              <a:ext uri="{FF2B5EF4-FFF2-40B4-BE49-F238E27FC236}">
                <a16:creationId xmlns:a16="http://schemas.microsoft.com/office/drawing/2014/main" id="{CC2D91AD-8E22-4235-9E8E-A4AD4C0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0-1">
            <a:extLst xmlns:a="http://schemas.openxmlformats.org/drawingml/2006/main">
              <a:ext uri="{FF2B5EF4-FFF2-40B4-BE49-F238E27FC236}">
                <a16:creationId xmlns:a16="http://schemas.microsoft.com/office/drawing/2014/main" id="{A144E514-BEE0-40D1-9115-8CC4919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fold-0-2">
            <a:extLst xmlns:a="http://schemas.openxmlformats.org/drawingml/2006/main">
              <a:ext uri="{FF2B5EF4-FFF2-40B4-BE49-F238E27FC236}">
                <a16:creationId xmlns:a16="http://schemas.microsoft.com/office/drawing/2014/main" id="{49D9FB8A-566F-45B1-9864-88CAF50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0-3">
            <a:extLst xmlns:a="http://schemas.openxmlformats.org/drawingml/2006/main">
              <a:ext uri="{FF2B5EF4-FFF2-40B4-BE49-F238E27FC236}">
                <a16:creationId xmlns:a16="http://schemas.microsoft.com/office/drawing/2014/main" id="{92F15F2A-1E58-4676-90BC-D17C94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0-4">
            <a:extLst xmlns:a="http://schemas.openxmlformats.org/drawingml/2006/main">
              <a:ext uri="{FF2B5EF4-FFF2-40B4-BE49-F238E27FC236}">
                <a16:creationId xmlns:a16="http://schemas.microsoft.com/office/drawing/2014/main" id="{031A13A9-50F1-41A3-92C3-DF13AC3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33EEE2DB-C886-4252-97A3-2A21164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5" name="fold-1-0">
            <a:extLst xmlns:a="http://schemas.openxmlformats.org/drawingml/2006/main">
              <a:ext uri="{FF2B5EF4-FFF2-40B4-BE49-F238E27FC236}">
                <a16:creationId xmlns:a16="http://schemas.microsoft.com/office/drawing/2014/main" id="{2A9539C1-8884-4505-AC69-6469EE8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1-1">
            <a:extLst xmlns:a="http://schemas.openxmlformats.org/drawingml/2006/main">
              <a:ext uri="{FF2B5EF4-FFF2-40B4-BE49-F238E27FC236}">
                <a16:creationId xmlns:a16="http://schemas.microsoft.com/office/drawing/2014/main" id="{002A04EC-7105-4D67-B059-E4CB6AC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fold-1-2">
            <a:extLst xmlns:a="http://schemas.openxmlformats.org/drawingml/2006/main">
              <a:ext uri="{FF2B5EF4-FFF2-40B4-BE49-F238E27FC236}">
                <a16:creationId xmlns:a16="http://schemas.microsoft.com/office/drawing/2014/main" id="{0DF51B36-8C91-408A-BB1A-070D2AC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1-3">
            <a:extLst xmlns:a="http://schemas.openxmlformats.org/drawingml/2006/main">
              <a:ext uri="{FF2B5EF4-FFF2-40B4-BE49-F238E27FC236}">
                <a16:creationId xmlns:a16="http://schemas.microsoft.com/office/drawing/2014/main" id="{30B5A39C-5188-4D34-9D35-9FF8BAB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1-4">
            <a:extLst xmlns:a="http://schemas.openxmlformats.org/drawingml/2006/main">
              <a:ext uri="{FF2B5EF4-FFF2-40B4-BE49-F238E27FC236}">
                <a16:creationId xmlns:a16="http://schemas.microsoft.com/office/drawing/2014/main" id="{468A9B6D-4F8B-440A-B9D8-D83CFBE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1C122E19-0F34-4B4A-986B-BC91B2F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21" name="fold-2-0">
            <a:extLst xmlns:a="http://schemas.openxmlformats.org/drawingml/2006/main">
              <a:ext uri="{FF2B5EF4-FFF2-40B4-BE49-F238E27FC236}">
                <a16:creationId xmlns:a16="http://schemas.microsoft.com/office/drawing/2014/main" id="{D1B3C0EF-7EFB-4C44-ACA6-97CB65A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2-1">
            <a:extLst xmlns:a="http://schemas.openxmlformats.org/drawingml/2006/main">
              <a:ext uri="{FF2B5EF4-FFF2-40B4-BE49-F238E27FC236}">
                <a16:creationId xmlns:a16="http://schemas.microsoft.com/office/drawing/2014/main" id="{6A5208AC-C61B-4174-8E21-2224E90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fold-2-2">
            <a:extLst xmlns:a="http://schemas.openxmlformats.org/drawingml/2006/main">
              <a:ext uri="{FF2B5EF4-FFF2-40B4-BE49-F238E27FC236}">
                <a16:creationId xmlns:a16="http://schemas.microsoft.com/office/drawing/2014/main" id="{01490995-0B25-4542-AAFD-3417761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2-3">
            <a:extLst xmlns:a="http://schemas.openxmlformats.org/drawingml/2006/main">
              <a:ext uri="{FF2B5EF4-FFF2-40B4-BE49-F238E27FC236}">
                <a16:creationId xmlns:a16="http://schemas.microsoft.com/office/drawing/2014/main" id="{FDF3C731-E4E7-46A7-B46D-C1BBCED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2-4">
            <a:extLst xmlns:a="http://schemas.openxmlformats.org/drawingml/2006/main">
              <a:ext uri="{FF2B5EF4-FFF2-40B4-BE49-F238E27FC236}">
                <a16:creationId xmlns:a16="http://schemas.microsoft.com/office/drawing/2014/main" id="{283719A7-36F8-44B8-82DA-C856656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316CE72F-9A6E-4E4B-94E1-96BE63D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7" name="fold-3-0">
            <a:extLst xmlns:a="http://schemas.openxmlformats.org/drawingml/2006/main">
              <a:ext uri="{FF2B5EF4-FFF2-40B4-BE49-F238E27FC236}">
                <a16:creationId xmlns:a16="http://schemas.microsoft.com/office/drawing/2014/main" id="{DCBD66EE-616E-4B0C-B40D-5A17F8F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3-1">
            <a:extLst xmlns:a="http://schemas.openxmlformats.org/drawingml/2006/main">
              <a:ext uri="{FF2B5EF4-FFF2-40B4-BE49-F238E27FC236}">
                <a16:creationId xmlns:a16="http://schemas.microsoft.com/office/drawing/2014/main" id="{3100B712-E2D5-4828-9B12-58DE7B0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fold-3-2">
            <a:extLst xmlns:a="http://schemas.openxmlformats.org/drawingml/2006/main">
              <a:ext uri="{FF2B5EF4-FFF2-40B4-BE49-F238E27FC236}">
                <a16:creationId xmlns:a16="http://schemas.microsoft.com/office/drawing/2014/main" id="{81E97352-E97E-4527-88A4-28844B9C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3-3">
            <a:extLst xmlns:a="http://schemas.openxmlformats.org/drawingml/2006/main">
              <a:ext uri="{FF2B5EF4-FFF2-40B4-BE49-F238E27FC236}">
                <a16:creationId xmlns:a16="http://schemas.microsoft.com/office/drawing/2014/main" id="{DB994987-359D-47C1-9414-2B96A5B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3-4">
            <a:extLst xmlns:a="http://schemas.openxmlformats.org/drawingml/2006/main">
              <a:ext uri="{FF2B5EF4-FFF2-40B4-BE49-F238E27FC236}">
                <a16:creationId xmlns:a16="http://schemas.microsoft.com/office/drawing/2014/main" id="{F2090647-2D07-4A3D-9D57-F1F0AC1C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4669B4AA-55E8-4D4B-82C8-FD62820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33" name="fold-4-0">
            <a:extLst xmlns:a="http://schemas.openxmlformats.org/drawingml/2006/main">
              <a:ext uri="{FF2B5EF4-FFF2-40B4-BE49-F238E27FC236}">
                <a16:creationId xmlns:a16="http://schemas.microsoft.com/office/drawing/2014/main" id="{2B2E6078-EE94-42A2-83DC-9563DE9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4-1">
            <a:extLst xmlns:a="http://schemas.openxmlformats.org/drawingml/2006/main">
              <a:ext uri="{FF2B5EF4-FFF2-40B4-BE49-F238E27FC236}">
                <a16:creationId xmlns:a16="http://schemas.microsoft.com/office/drawing/2014/main" id="{7E3ABA09-1B9F-460D-B8CF-DDAACF8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fold-4-2">
            <a:extLst xmlns:a="http://schemas.openxmlformats.org/drawingml/2006/main">
              <a:ext uri="{FF2B5EF4-FFF2-40B4-BE49-F238E27FC236}">
                <a16:creationId xmlns:a16="http://schemas.microsoft.com/office/drawing/2014/main" id="{EBD3DD2D-3AA7-4C04-9546-9E66B5B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fold-4-3">
            <a:extLst xmlns:a="http://schemas.openxmlformats.org/drawingml/2006/main">
              <a:ext uri="{FF2B5EF4-FFF2-40B4-BE49-F238E27FC236}">
                <a16:creationId xmlns:a16="http://schemas.microsoft.com/office/drawing/2014/main" id="{2F957EB8-AEF9-4112-9CBD-E0BC95A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fold-4-4">
            <a:extLst xmlns:a="http://schemas.openxmlformats.org/drawingml/2006/main">
              <a:ext uri="{FF2B5EF4-FFF2-40B4-BE49-F238E27FC236}">
                <a16:creationId xmlns:a16="http://schemas.microsoft.com/office/drawing/2014/main" id="{3D062E9E-4308-4FC1-9823-AA2BEFD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59D06C6D-5616-4F85-AECC-FF70FC9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723C24-908E-434F-BE52-A99F2FE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659EA2-4C3F-400B-8C8F-3F3D865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EAF9CC-53AA-40B3-ADEA-52E3270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15960312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B18507C-4D87-49C4-AB8B-8B6FE0F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77EBF-8D0E-4E03-821D-5D774B9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Optimism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FC68E9A-53AF-41FA-A7E9-4786B36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52A65BF-C59B-41A8-B8D1-0B08566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72CA10A-E627-44A5-B1CE-EE4428E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Optimism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47BA1EBF-3970-4DD6-B4BB-2DE5994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3FFF197-94FF-4FAD-9C73-0DA14F7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Optimism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C27FF948-0A60-4CEF-8A0A-E0DE302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1EAFC396-929D-402A-92F3-EDFB719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Leakage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12E21096-40D3-45CA-A836-EA30C40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BFC18C42-FA51-4332-ADF0-BC2EF7C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F574FDED-F22E-4D5A-AEA8-BAC6525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044E8C0-567A-43A9-B6E4-DADFB91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47B8248F-A353-4859-8ED9-9FD43ED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BF16F38A-1EF2-4D75-A090-005C2DC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B3C51D80-6224-4014-9084-B649E52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AC06D50-AAD1-4CF0-A679-9645FAC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4EEB97-F89B-46F2-8DA1-E4D601C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2548269-E40C-4EB5-9ACB-86DD1F6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15683529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8E7573D-3581-4CE2-9474-D3BF105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771B-11CA-430A-A85D-0567A33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Training error is biased, and by a known amount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05DD69E-B91F-449E-A605-F95CA72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3F1CF89-CF9E-4189-B9C5-BE3C2A6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E[Err_in] - E[err] = (2)/(n)Σ_i=1^n Cov(hat y_i, y_i)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0F04D63-92C4-4AC1-ABF7-211485F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err the training error and Errin the error on new outcomes at = frac2nsumi=1^n Cov(hat yi, yi) The optimism is twice the average covariance between a fitted value and its own outcome — the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ED23EE1-9BA7-48AD-97CC-0B24C38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0DA94E9-00F0-4CAD-9C7D-7F50536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err the training error and Errin the error on new outcomes at = frac2nsumi=1^n Cov(hat yi,…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675e15f6d4b8c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AC16CE9-BF3C-4DEB-890A-F6A458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D6E579-EB7A-47AB-9753-95D7C8B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00E27C-F37F-4FAB-AAC1-12E293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11025586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47D0E29-C6CD-4192-8A9E-CE5128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D839A-C1A4-483E-BABD-8EE4A58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Training error is biased, and by a known amount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770F5C-E8AD-4F97-8DB8-33B62DC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BC2A6D5-2A5A-4269-AE41-3A8ED1D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BD00247-2683-441B-8C66-DB08E1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err the training error and Errin the error on new outcomes at = frac2nsumi=1^n Cov(hat yi,…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898CEAB-5E80-4B26-9EA2-1160114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67F3C05-9AB8-4636-98B3-167729F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With err the training error and Errin the error on new outcomes at = frac2nsumi=1^n Cov(hat yi, yi) The…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A100E63-3842-4D32-9240-415C02D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E2F9902-0908-4C86-B8E6-494EA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861F336-626C-4DC1-92D7-997306F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5009E03-A032-40F0-B288-D92501F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67BEE-CF96-4360-9AD5-5A241F3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38135F-BA29-4FB8-B090-E0B49F6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5129933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ACDDA39-0FE6-49C6-948C-D9D92A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AFA4-9C1A-402F-924C-D243195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gap open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A91CF3-C2D0-456B-AAC2-DA9BB1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6ECB8DE5-3950-4D7A-B72C-BB6DFE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5" name="fold-0-0">
            <a:extLst xmlns:a="http://schemas.openxmlformats.org/drawingml/2006/main">
              <a:ext uri="{FF2B5EF4-FFF2-40B4-BE49-F238E27FC236}">
                <a16:creationId xmlns:a16="http://schemas.microsoft.com/office/drawing/2014/main" id="{47F537ED-82D8-4382-9E58-5D2D915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fold-0-1">
            <a:extLst xmlns:a="http://schemas.openxmlformats.org/drawingml/2006/main">
              <a:ext uri="{FF2B5EF4-FFF2-40B4-BE49-F238E27FC236}">
                <a16:creationId xmlns:a16="http://schemas.microsoft.com/office/drawing/2014/main" id="{E443322D-BACC-4A57-ACF7-EE8103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fold-0-2">
            <a:extLst xmlns:a="http://schemas.openxmlformats.org/drawingml/2006/main">
              <a:ext uri="{FF2B5EF4-FFF2-40B4-BE49-F238E27FC236}">
                <a16:creationId xmlns:a16="http://schemas.microsoft.com/office/drawing/2014/main" id="{574B3A93-CBD7-499F-B9DD-E1C0DEB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fold-0-3">
            <a:extLst xmlns:a="http://schemas.openxmlformats.org/drawingml/2006/main">
              <a:ext uri="{FF2B5EF4-FFF2-40B4-BE49-F238E27FC236}">
                <a16:creationId xmlns:a16="http://schemas.microsoft.com/office/drawing/2014/main" id="{9E3C419B-8779-49BD-A185-4E7E973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fold-0-4">
            <a:extLst xmlns:a="http://schemas.openxmlformats.org/drawingml/2006/main">
              <a:ext uri="{FF2B5EF4-FFF2-40B4-BE49-F238E27FC236}">
                <a16:creationId xmlns:a16="http://schemas.microsoft.com/office/drawing/2014/main" id="{847926F5-E3DA-46ED-A3D9-D040122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15622465-444F-4440-BD8D-7DBEFF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1" name="fold-1-0">
            <a:extLst xmlns:a="http://schemas.openxmlformats.org/drawingml/2006/main">
              <a:ext uri="{FF2B5EF4-FFF2-40B4-BE49-F238E27FC236}">
                <a16:creationId xmlns:a16="http://schemas.microsoft.com/office/drawing/2014/main" id="{15414108-BD70-46ED-96B6-0C758A9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1-1">
            <a:extLst xmlns:a="http://schemas.openxmlformats.org/drawingml/2006/main">
              <a:ext uri="{FF2B5EF4-FFF2-40B4-BE49-F238E27FC236}">
                <a16:creationId xmlns:a16="http://schemas.microsoft.com/office/drawing/2014/main" id="{B762B5F6-31A6-4C5A-BAA3-AF00A5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1-2">
            <a:extLst xmlns:a="http://schemas.openxmlformats.org/drawingml/2006/main">
              <a:ext uri="{FF2B5EF4-FFF2-40B4-BE49-F238E27FC236}">
                <a16:creationId xmlns:a16="http://schemas.microsoft.com/office/drawing/2014/main" id="{B2E29AD9-95F8-478E-A1D5-C729CE9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1-3">
            <a:extLst xmlns:a="http://schemas.openxmlformats.org/drawingml/2006/main">
              <a:ext uri="{FF2B5EF4-FFF2-40B4-BE49-F238E27FC236}">
                <a16:creationId xmlns:a16="http://schemas.microsoft.com/office/drawing/2014/main" id="{06B7DA01-A162-4D55-81B4-CEAEBB4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fold-1-4">
            <a:extLst xmlns:a="http://schemas.openxmlformats.org/drawingml/2006/main">
              <a:ext uri="{FF2B5EF4-FFF2-40B4-BE49-F238E27FC236}">
                <a16:creationId xmlns:a16="http://schemas.microsoft.com/office/drawing/2014/main" id="{31BE3DA5-DFBB-4245-9572-9E11E83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82ACB7FF-7DA8-45C2-94CC-E50FAE0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17" name="fold-2-0">
            <a:extLst xmlns:a="http://schemas.openxmlformats.org/drawingml/2006/main">
              <a:ext uri="{FF2B5EF4-FFF2-40B4-BE49-F238E27FC236}">
                <a16:creationId xmlns:a16="http://schemas.microsoft.com/office/drawing/2014/main" id="{2E7F67C0-FA74-4490-BDCB-244655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2-1">
            <a:extLst xmlns:a="http://schemas.openxmlformats.org/drawingml/2006/main">
              <a:ext uri="{FF2B5EF4-FFF2-40B4-BE49-F238E27FC236}">
                <a16:creationId xmlns:a16="http://schemas.microsoft.com/office/drawing/2014/main" id="{03DD30F5-93E4-4939-A62C-2619D5C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2-2">
            <a:extLst xmlns:a="http://schemas.openxmlformats.org/drawingml/2006/main">
              <a:ext uri="{FF2B5EF4-FFF2-40B4-BE49-F238E27FC236}">
                <a16:creationId xmlns:a16="http://schemas.microsoft.com/office/drawing/2014/main" id="{0A06C7F2-9A13-481D-A0E0-9382DAF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2-3">
            <a:extLst xmlns:a="http://schemas.openxmlformats.org/drawingml/2006/main">
              <a:ext uri="{FF2B5EF4-FFF2-40B4-BE49-F238E27FC236}">
                <a16:creationId xmlns:a16="http://schemas.microsoft.com/office/drawing/2014/main" id="{04C6CFA0-30C7-468D-A8C9-E04210E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old-2-4">
            <a:extLst xmlns:a="http://schemas.openxmlformats.org/drawingml/2006/main">
              <a:ext uri="{FF2B5EF4-FFF2-40B4-BE49-F238E27FC236}">
                <a16:creationId xmlns:a16="http://schemas.microsoft.com/office/drawing/2014/main" id="{DE5EAA64-9667-4036-BC18-294478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C8D316CA-85BA-428B-AA85-1CBB0E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3" name="fold-3-0">
            <a:extLst xmlns:a="http://schemas.openxmlformats.org/drawingml/2006/main">
              <a:ext uri="{FF2B5EF4-FFF2-40B4-BE49-F238E27FC236}">
                <a16:creationId xmlns:a16="http://schemas.microsoft.com/office/drawing/2014/main" id="{2400D54B-FD09-4266-BB9B-41403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3-1">
            <a:extLst xmlns:a="http://schemas.openxmlformats.org/drawingml/2006/main">
              <a:ext uri="{FF2B5EF4-FFF2-40B4-BE49-F238E27FC236}">
                <a16:creationId xmlns:a16="http://schemas.microsoft.com/office/drawing/2014/main" id="{30C251EB-72BB-4496-8433-D6218E3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3-2">
            <a:extLst xmlns:a="http://schemas.openxmlformats.org/drawingml/2006/main">
              <a:ext uri="{FF2B5EF4-FFF2-40B4-BE49-F238E27FC236}">
                <a16:creationId xmlns:a16="http://schemas.microsoft.com/office/drawing/2014/main" id="{82E47DF0-3BA1-4538-8E9D-C3B60DD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3-3">
            <a:extLst xmlns:a="http://schemas.openxmlformats.org/drawingml/2006/main">
              <a:ext uri="{FF2B5EF4-FFF2-40B4-BE49-F238E27FC236}">
                <a16:creationId xmlns:a16="http://schemas.microsoft.com/office/drawing/2014/main" id="{FE71C939-4567-4A22-A6BD-B0D84E5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old-3-4">
            <a:extLst xmlns:a="http://schemas.openxmlformats.org/drawingml/2006/main">
              <a:ext uri="{FF2B5EF4-FFF2-40B4-BE49-F238E27FC236}">
                <a16:creationId xmlns:a16="http://schemas.microsoft.com/office/drawing/2014/main" id="{C1EB89A6-2883-459C-9061-E6E087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A2D3E828-053C-4AC4-BC8B-E374EEB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29" name="fold-4-0">
            <a:extLst xmlns:a="http://schemas.openxmlformats.org/drawingml/2006/main">
              <a:ext uri="{FF2B5EF4-FFF2-40B4-BE49-F238E27FC236}">
                <a16:creationId xmlns:a16="http://schemas.microsoft.com/office/drawing/2014/main" id="{5F6B6339-469B-4274-8A40-6D4A509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4-1">
            <a:extLst xmlns:a="http://schemas.openxmlformats.org/drawingml/2006/main">
              <a:ext uri="{FF2B5EF4-FFF2-40B4-BE49-F238E27FC236}">
                <a16:creationId xmlns:a16="http://schemas.microsoft.com/office/drawing/2014/main" id="{707F7D8A-FD9A-4FDC-9BA5-CB35AA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4-2">
            <a:extLst xmlns:a="http://schemas.openxmlformats.org/drawingml/2006/main">
              <a:ext uri="{FF2B5EF4-FFF2-40B4-BE49-F238E27FC236}">
                <a16:creationId xmlns:a16="http://schemas.microsoft.com/office/drawing/2014/main" id="{6B64AA92-3CE5-4B13-AD91-983052B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4-3">
            <a:extLst xmlns:a="http://schemas.openxmlformats.org/drawingml/2006/main">
              <a:ext uri="{FF2B5EF4-FFF2-40B4-BE49-F238E27FC236}">
                <a16:creationId xmlns:a16="http://schemas.microsoft.com/office/drawing/2014/main" id="{CF0567F9-82E1-4A4A-B30D-5287467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fold-4-4">
            <a:extLst xmlns:a="http://schemas.openxmlformats.org/drawingml/2006/main">
              <a:ext uri="{FF2B5EF4-FFF2-40B4-BE49-F238E27FC236}">
                <a16:creationId xmlns:a16="http://schemas.microsoft.com/office/drawing/2014/main" id="{7A85C55A-C735-4DF2-8A25-1E42858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72293CCA-B57C-4A5B-957D-BE329EA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1D2DBD51-F0ED-452E-82D1-3B4C26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C378D746-C25F-4B65-907F-EA7DED4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rng2 = np.random.defaultrng(505) degs = np.arange(1, 16) xt2 = rng2.uniform(0, 6, 55)</a:t>
            </a:r>
          </a:p>
        </p:txBody>
      </p:sp>
      <p:sp>
        <p:nvSpPr>
          <p:cNvPr id="3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1B8865-23A9-40F4-B1A1-C2E364F5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C183751-48E4-4031-AD3E-A05EC98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3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C787CE9-6DDB-4097-B34C-CBD9C83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1F4B8C6-1CF1-491D-949B-A4CBF48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4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3AA8D31-810C-45AF-B63B-9FA533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838B81-1A77-4570-B13A-F759EBE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230DA7-9F60-4546-A144-FFCEC98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865FCF-C44F-490C-840B-A7CE4F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46" name="media-matte-bias_variance_cv.png">
            <a:extLst xmlns:a="http://schemas.openxmlformats.org/drawingml/2006/main">
              <a:ext uri="{FF2B5EF4-FFF2-40B4-BE49-F238E27FC236}">
                <a16:creationId xmlns:a16="http://schemas.microsoft.com/office/drawing/2014/main" id="{1A539D1F-9DB6-47CA-A764-C65A52B5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e04e0a5744976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9513918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54AE54E-9FCD-48C7-894C-CB75A79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6275C-B3DC-4188-AA26-4A9A6BF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gap open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98C40E4-F424-4CAF-BA5D-113FDEA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AAB65C8-924A-4BDF-B6E6-9EC944D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8194A8C-4567-4A7C-8DF9-2094FD8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14DB7E6-7A74-4ECA-8D41-289DC7F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1265B1E-5E6A-40A9-83D7-80695B4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04-bias-variance-and-cross-validation/demo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session04_cross_validation_demo.py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C33B77BE-E011-4090-8B69-5C2DD03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65E38B8-6CF5-4A73-BF4C-FE37E46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rng2 = np.random.default_rng(505)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degs = np.arange(1, 16)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xt2 = rng2.uniform(0, 6, 55)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yt2 = f_true(xt2) + rng2.normal(0, SIG, 55)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xv2 = rng2.uniform(0, 6, 900)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yv2 = f_true(xv2) + rng2.normal(0, SIG, 900)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tr_err, te_err = [], 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k in degs: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cf = np.polyfit(xt2, yt2, k)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tr_err.append(np.mean((yt2 - np.polyval(cf, xt2)) ** 2))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te_err.append(np.mean((yv2 - np.polyval(cf, xv2)) ** 2))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E835176-E598-4DFA-AC1F-E3141B2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B98CA8E-6BA3-432C-B12D-9717D90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4DB497-6454-4975-BDE8-CCE99C0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4FB7EE-9F8C-4718-B09A-4042923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11249685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F2F115F-36B6-4181-BA10-2FB7BFE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2A6D5-33E1-4432-867A-99BC274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gives the classical criteria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23E63A4-882F-479E-9354-918462A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0A9EB48-23B9-4797-93D6-1EE9DDC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C_p = err + (2phatσ²)/(n), AIC = -(2)/(n)logmathcalL + (2p)/(n), BIC = -2logmathcalL + plog n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25C3E24-56D4-4E9A-A5CC-6DA07BE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a linear fit with p parameters that covariance sum is pσ^2, so the optimism is 2pσ^2/n, motivating AIC = -frac2nlogmathcalL + frac2pn,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44CD87B-12C4-4343-BBAC-BB14845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EBA7351-A678-45A0-B0C9-B6CF9DB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a linear fit with p parameters that covariance sum is pσ^2, so the optimism is 2pσ^2/n,…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9733fcf8bb494a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8EED1D0-2684-4284-B9BA-27B8D1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EBCFD0-198D-448A-A3BC-6755484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E4D7795-6C45-4463-A5A2-32906E0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19700229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33EFEB36-3B7C-408C-9F44-1860389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A327D-B209-47FE-8768-010B4CC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gives the classical criteria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4599293-3A41-4CBC-B31B-3002310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BF3BA2-E728-494A-A0D5-6D61976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C_p = err + (2phatσ²)/(n), AIC = -(2)/(n)logmathcalL + (2p)/(n), BIC = -2logmathcalL + plog n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EDFBBA20-053A-483C-83C9-1A5262E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a linear fit with p parameters that covariance sum is pσ^2, so the optimism is 2pσ^2/n, motivating AIC = -frac2nlogmathcalL + frac2pn,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3E59214A-11F3-4005-9EB9-3D8421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ED821A4-8DC8-4FA3-8149-5DCFE3E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a linear fit with p parameters that covariance sum is pσ^2, so the optimism is 2pσ^2/n,…</a:t>
            </a:r>
          </a:p>
        </p:txBody>
      </p:sp>
      <p:sp>
        <p:nvSpPr>
          <p:cNvPr id="8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9B46632A-EA2C-4E26-B003-30F6C0B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9" name="fold-0-0">
            <a:extLst xmlns:a="http://schemas.openxmlformats.org/drawingml/2006/main">
              <a:ext uri="{FF2B5EF4-FFF2-40B4-BE49-F238E27FC236}">
                <a16:creationId xmlns:a16="http://schemas.microsoft.com/office/drawing/2014/main" id="{CC2D91AD-8E22-4235-9E8E-A4AD4C0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0-1">
            <a:extLst xmlns:a="http://schemas.openxmlformats.org/drawingml/2006/main">
              <a:ext uri="{FF2B5EF4-FFF2-40B4-BE49-F238E27FC236}">
                <a16:creationId xmlns:a16="http://schemas.microsoft.com/office/drawing/2014/main" id="{A144E514-BEE0-40D1-9115-8CC4919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fold-0-2">
            <a:extLst xmlns:a="http://schemas.openxmlformats.org/drawingml/2006/main">
              <a:ext uri="{FF2B5EF4-FFF2-40B4-BE49-F238E27FC236}">
                <a16:creationId xmlns:a16="http://schemas.microsoft.com/office/drawing/2014/main" id="{49D9FB8A-566F-45B1-9864-88CAF50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0-3">
            <a:extLst xmlns:a="http://schemas.openxmlformats.org/drawingml/2006/main">
              <a:ext uri="{FF2B5EF4-FFF2-40B4-BE49-F238E27FC236}">
                <a16:creationId xmlns:a16="http://schemas.microsoft.com/office/drawing/2014/main" id="{92F15F2A-1E58-4676-90BC-D17C94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0-4">
            <a:extLst xmlns:a="http://schemas.openxmlformats.org/drawingml/2006/main">
              <a:ext uri="{FF2B5EF4-FFF2-40B4-BE49-F238E27FC236}">
                <a16:creationId xmlns:a16="http://schemas.microsoft.com/office/drawing/2014/main" id="{031A13A9-50F1-41A3-92C3-DF13AC3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33EEE2DB-C886-4252-97A3-2A21164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5" name="fold-1-0">
            <a:extLst xmlns:a="http://schemas.openxmlformats.org/drawingml/2006/main">
              <a:ext uri="{FF2B5EF4-FFF2-40B4-BE49-F238E27FC236}">
                <a16:creationId xmlns:a16="http://schemas.microsoft.com/office/drawing/2014/main" id="{2A9539C1-8884-4505-AC69-6469EE8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1-1">
            <a:extLst xmlns:a="http://schemas.openxmlformats.org/drawingml/2006/main">
              <a:ext uri="{FF2B5EF4-FFF2-40B4-BE49-F238E27FC236}">
                <a16:creationId xmlns:a16="http://schemas.microsoft.com/office/drawing/2014/main" id="{002A04EC-7105-4D67-B059-E4CB6AC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fold-1-2">
            <a:extLst xmlns:a="http://schemas.openxmlformats.org/drawingml/2006/main">
              <a:ext uri="{FF2B5EF4-FFF2-40B4-BE49-F238E27FC236}">
                <a16:creationId xmlns:a16="http://schemas.microsoft.com/office/drawing/2014/main" id="{0DF51B36-8C91-408A-BB1A-070D2AC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1-3">
            <a:extLst xmlns:a="http://schemas.openxmlformats.org/drawingml/2006/main">
              <a:ext uri="{FF2B5EF4-FFF2-40B4-BE49-F238E27FC236}">
                <a16:creationId xmlns:a16="http://schemas.microsoft.com/office/drawing/2014/main" id="{30B5A39C-5188-4D34-9D35-9FF8BAB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1-4">
            <a:extLst xmlns:a="http://schemas.openxmlformats.org/drawingml/2006/main">
              <a:ext uri="{FF2B5EF4-FFF2-40B4-BE49-F238E27FC236}">
                <a16:creationId xmlns:a16="http://schemas.microsoft.com/office/drawing/2014/main" id="{468A9B6D-4F8B-440A-B9D8-D83CFBE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1C122E19-0F34-4B4A-986B-BC91B2F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21" name="fold-2-0">
            <a:extLst xmlns:a="http://schemas.openxmlformats.org/drawingml/2006/main">
              <a:ext uri="{FF2B5EF4-FFF2-40B4-BE49-F238E27FC236}">
                <a16:creationId xmlns:a16="http://schemas.microsoft.com/office/drawing/2014/main" id="{D1B3C0EF-7EFB-4C44-ACA6-97CB65A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2-1">
            <a:extLst xmlns:a="http://schemas.openxmlformats.org/drawingml/2006/main">
              <a:ext uri="{FF2B5EF4-FFF2-40B4-BE49-F238E27FC236}">
                <a16:creationId xmlns:a16="http://schemas.microsoft.com/office/drawing/2014/main" id="{6A5208AC-C61B-4174-8E21-2224E90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fold-2-2">
            <a:extLst xmlns:a="http://schemas.openxmlformats.org/drawingml/2006/main">
              <a:ext uri="{FF2B5EF4-FFF2-40B4-BE49-F238E27FC236}">
                <a16:creationId xmlns:a16="http://schemas.microsoft.com/office/drawing/2014/main" id="{01490995-0B25-4542-AAFD-3417761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2-3">
            <a:extLst xmlns:a="http://schemas.openxmlformats.org/drawingml/2006/main">
              <a:ext uri="{FF2B5EF4-FFF2-40B4-BE49-F238E27FC236}">
                <a16:creationId xmlns:a16="http://schemas.microsoft.com/office/drawing/2014/main" id="{FDF3C731-E4E7-46A7-B46D-C1BBCED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2-4">
            <a:extLst xmlns:a="http://schemas.openxmlformats.org/drawingml/2006/main">
              <a:ext uri="{FF2B5EF4-FFF2-40B4-BE49-F238E27FC236}">
                <a16:creationId xmlns:a16="http://schemas.microsoft.com/office/drawing/2014/main" id="{283719A7-36F8-44B8-82DA-C856656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316CE72F-9A6E-4E4B-94E1-96BE63D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7" name="fold-3-0">
            <a:extLst xmlns:a="http://schemas.openxmlformats.org/drawingml/2006/main">
              <a:ext uri="{FF2B5EF4-FFF2-40B4-BE49-F238E27FC236}">
                <a16:creationId xmlns:a16="http://schemas.microsoft.com/office/drawing/2014/main" id="{DCBD66EE-616E-4B0C-B40D-5A17F8F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3-1">
            <a:extLst xmlns:a="http://schemas.openxmlformats.org/drawingml/2006/main">
              <a:ext uri="{FF2B5EF4-FFF2-40B4-BE49-F238E27FC236}">
                <a16:creationId xmlns:a16="http://schemas.microsoft.com/office/drawing/2014/main" id="{3100B712-E2D5-4828-9B12-58DE7B0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fold-3-2">
            <a:extLst xmlns:a="http://schemas.openxmlformats.org/drawingml/2006/main">
              <a:ext uri="{FF2B5EF4-FFF2-40B4-BE49-F238E27FC236}">
                <a16:creationId xmlns:a16="http://schemas.microsoft.com/office/drawing/2014/main" id="{81E97352-E97E-4527-88A4-28844B9C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3-3">
            <a:extLst xmlns:a="http://schemas.openxmlformats.org/drawingml/2006/main">
              <a:ext uri="{FF2B5EF4-FFF2-40B4-BE49-F238E27FC236}">
                <a16:creationId xmlns:a16="http://schemas.microsoft.com/office/drawing/2014/main" id="{DB994987-359D-47C1-9414-2B96A5B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3-4">
            <a:extLst xmlns:a="http://schemas.openxmlformats.org/drawingml/2006/main">
              <a:ext uri="{FF2B5EF4-FFF2-40B4-BE49-F238E27FC236}">
                <a16:creationId xmlns:a16="http://schemas.microsoft.com/office/drawing/2014/main" id="{F2090647-2D07-4A3D-9D57-F1F0AC1C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4669B4AA-55E8-4D4B-82C8-FD62820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33" name="fold-4-0">
            <a:extLst xmlns:a="http://schemas.openxmlformats.org/drawingml/2006/main">
              <a:ext uri="{FF2B5EF4-FFF2-40B4-BE49-F238E27FC236}">
                <a16:creationId xmlns:a16="http://schemas.microsoft.com/office/drawing/2014/main" id="{2B2E6078-EE94-42A2-83DC-9563DE9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4-1">
            <a:extLst xmlns:a="http://schemas.openxmlformats.org/drawingml/2006/main">
              <a:ext uri="{FF2B5EF4-FFF2-40B4-BE49-F238E27FC236}">
                <a16:creationId xmlns:a16="http://schemas.microsoft.com/office/drawing/2014/main" id="{7E3ABA09-1B9F-460D-B8CF-DDAACF8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fold-4-2">
            <a:extLst xmlns:a="http://schemas.openxmlformats.org/drawingml/2006/main">
              <a:ext uri="{FF2B5EF4-FFF2-40B4-BE49-F238E27FC236}">
                <a16:creationId xmlns:a16="http://schemas.microsoft.com/office/drawing/2014/main" id="{EBD3DD2D-3AA7-4C04-9546-9E66B5B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fold-4-3">
            <a:extLst xmlns:a="http://schemas.openxmlformats.org/drawingml/2006/main">
              <a:ext uri="{FF2B5EF4-FFF2-40B4-BE49-F238E27FC236}">
                <a16:creationId xmlns:a16="http://schemas.microsoft.com/office/drawing/2014/main" id="{2F957EB8-AEF9-4112-9CBD-E0BC95A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fold-4-4">
            <a:extLst xmlns:a="http://schemas.openxmlformats.org/drawingml/2006/main">
              <a:ext uri="{FF2B5EF4-FFF2-40B4-BE49-F238E27FC236}">
                <a16:creationId xmlns:a16="http://schemas.microsoft.com/office/drawing/2014/main" id="{3D062E9E-4308-4FC1-9823-AA2BEFD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59D06C6D-5616-4F85-AECC-FF70FC9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723C24-908E-434F-BE52-A99F2FE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659EA2-4C3F-400B-8C8F-3F3D865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EAF9CC-53AA-40B3-ADEA-52E3270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15960312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8E7573D-3581-4CE2-9474-D3BF105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FORMULA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771B-11CA-430A-A85D-0567A33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Effective degrees of freedom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05DD69E-B91F-449E-A605-F95CA72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3F1CF89-CF9E-4189-B9C5-BE3C2A6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df(hat f) = (1)/(σ²)Σ_i Cov(hat y_i, y_i)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0F04D63-92C4-4AC1-ABF7-211485F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generalises "number of parameters" to methods where counting them is meaningless — which is exactly what we need from Session 05, where a penalty makes p a fiction.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ED23EE1-9BA7-48AD-97CC-0B24C38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0DA94E9-00F0-4CAD-9C7D-7F50536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generalises "number of parameters" to methods where counting them is meaningless — which is…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1aec94f9394ae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AC16CE9-BF3C-4DEB-890A-F6A458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D6E579-EB7A-47AB-9753-95D7C8B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00E27C-F37F-4FAB-AAC1-12E293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11025586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08DF7B18-178A-4631-898A-756AE39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584E9838-A705-4C5C-911E-1DE9949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· Cross-validation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F51D4A9F-008F-48A2-8960-823E8CC0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082666DC-D4A0-438D-BF07-386E4FD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F46BF57F-ABEF-4814-9753-224A6713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shuffled K-fold score can be excellent because yesterday and tomorrow leaked into one another.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8A7328A1-5F52-4356-9329-4E21E43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250E39A8-12DA-4B7B-8167-1D9D4EE5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future information enters features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2DFE8D3-DDF6-4423-BF56-E8C80CE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3588E0-5F3D-4872-A35D-646F93BD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B3CE4-E0F1-49AA-B921-2488549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12390800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B18507C-4D87-49C4-AB8B-8B6FE0F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77EBF-8D0E-4E03-821D-5D774B9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estimator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FC68E9A-53AF-41FA-A7E9-4786B36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52A65BF-C59B-41A8-B8D1-0B08566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72CA10A-E627-44A5-B1CE-EE4428E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estimator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47BA1EBF-3970-4DD6-B4BB-2DE5994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3FFF197-94FF-4FAD-9C73-0DA14F7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on the complement of each fold; predict the fold you left out.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C27FF948-0A60-4CEF-8A0A-E0DE302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1EAFC396-929D-402A-92F3-EDFB719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Leakage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12E21096-40D3-45CA-A836-EA30C40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BFC18C42-FA51-4332-ADF0-BC2EF7C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F574FDED-F22E-4D5A-AEA8-BAC6525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044E8C0-567A-43A9-B6E4-DADFB91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47B8248F-A353-4859-8ED9-9FD43ED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BF16F38A-1EF2-4D75-A090-005C2DC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B3C51D80-6224-4014-9084-B649E52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AC06D50-AAD1-4CF0-A679-9645FAC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4EEB97-F89B-46F2-8DA1-E4D601C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2548269-E40C-4EB5-9ACB-86DD1F6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15683529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47D0E29-C6CD-4192-8A9E-CE5128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D839A-C1A4-483E-BABD-8EE4A58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estimator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770F5C-E8AD-4F97-8DB8-33B62DC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BC2A6D5-2A5A-4269-AE41-3A8ED1D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BD00247-2683-441B-8C66-DB08E1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on the complement of each fold; predict the fold you left out.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898CEAB-5E80-4B26-9EA2-1160114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67F3C05-9AB8-4636-98B3-167729F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A100E63-3842-4D32-9240-415C02D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E2F9902-0908-4C86-B8E6-494EA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861F336-626C-4DC1-92D7-997306F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Evaluate with a matching split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5009E03-A032-40F0-B288-D92501F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67BEE-CF96-4360-9AD5-5A241F3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38135F-BA29-4FB8-B090-E0B49F6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5129933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ACDDA39-0FE6-49C6-948C-D9D92A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AFA4-9C1A-402F-924C-D243195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schemes, three questions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A91CF3-C2D0-456B-AAC2-DA9BB1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6ECB8DE5-3950-4D7A-B72C-BB6DFE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5" name="fold-0-0">
            <a:extLst xmlns:a="http://schemas.openxmlformats.org/drawingml/2006/main">
              <a:ext uri="{FF2B5EF4-FFF2-40B4-BE49-F238E27FC236}">
                <a16:creationId xmlns:a16="http://schemas.microsoft.com/office/drawing/2014/main" id="{47F537ED-82D8-4382-9E58-5D2D915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fold-0-1">
            <a:extLst xmlns:a="http://schemas.openxmlformats.org/drawingml/2006/main">
              <a:ext uri="{FF2B5EF4-FFF2-40B4-BE49-F238E27FC236}">
                <a16:creationId xmlns:a16="http://schemas.microsoft.com/office/drawing/2014/main" id="{E443322D-BACC-4A57-ACF7-EE8103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fold-0-2">
            <a:extLst xmlns:a="http://schemas.openxmlformats.org/drawingml/2006/main">
              <a:ext uri="{FF2B5EF4-FFF2-40B4-BE49-F238E27FC236}">
                <a16:creationId xmlns:a16="http://schemas.microsoft.com/office/drawing/2014/main" id="{574B3A93-CBD7-499F-B9DD-E1C0DEB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fold-0-3">
            <a:extLst xmlns:a="http://schemas.openxmlformats.org/drawingml/2006/main">
              <a:ext uri="{FF2B5EF4-FFF2-40B4-BE49-F238E27FC236}">
                <a16:creationId xmlns:a16="http://schemas.microsoft.com/office/drawing/2014/main" id="{9E3C419B-8779-49BD-A185-4E7E973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fold-0-4">
            <a:extLst xmlns:a="http://schemas.openxmlformats.org/drawingml/2006/main">
              <a:ext uri="{FF2B5EF4-FFF2-40B4-BE49-F238E27FC236}">
                <a16:creationId xmlns:a16="http://schemas.microsoft.com/office/drawing/2014/main" id="{847926F5-E3DA-46ED-A3D9-D040122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15622465-444F-4440-BD8D-7DBEFF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1" name="fold-1-0">
            <a:extLst xmlns:a="http://schemas.openxmlformats.org/drawingml/2006/main">
              <a:ext uri="{FF2B5EF4-FFF2-40B4-BE49-F238E27FC236}">
                <a16:creationId xmlns:a16="http://schemas.microsoft.com/office/drawing/2014/main" id="{15414108-BD70-46ED-96B6-0C758A9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1-1">
            <a:extLst xmlns:a="http://schemas.openxmlformats.org/drawingml/2006/main">
              <a:ext uri="{FF2B5EF4-FFF2-40B4-BE49-F238E27FC236}">
                <a16:creationId xmlns:a16="http://schemas.microsoft.com/office/drawing/2014/main" id="{B762B5F6-31A6-4C5A-BAA3-AF00A5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1-2">
            <a:extLst xmlns:a="http://schemas.openxmlformats.org/drawingml/2006/main">
              <a:ext uri="{FF2B5EF4-FFF2-40B4-BE49-F238E27FC236}">
                <a16:creationId xmlns:a16="http://schemas.microsoft.com/office/drawing/2014/main" id="{B2E29AD9-95F8-478E-A1D5-C729CE9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1-3">
            <a:extLst xmlns:a="http://schemas.openxmlformats.org/drawingml/2006/main">
              <a:ext uri="{FF2B5EF4-FFF2-40B4-BE49-F238E27FC236}">
                <a16:creationId xmlns:a16="http://schemas.microsoft.com/office/drawing/2014/main" id="{06B7DA01-A162-4D55-81B4-CEAEBB4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fold-1-4">
            <a:extLst xmlns:a="http://schemas.openxmlformats.org/drawingml/2006/main">
              <a:ext uri="{FF2B5EF4-FFF2-40B4-BE49-F238E27FC236}">
                <a16:creationId xmlns:a16="http://schemas.microsoft.com/office/drawing/2014/main" id="{31BE3DA5-DFBB-4245-9572-9E11E83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82ACB7FF-7DA8-45C2-94CC-E50FAE0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17" name="fold-2-0">
            <a:extLst xmlns:a="http://schemas.openxmlformats.org/drawingml/2006/main">
              <a:ext uri="{FF2B5EF4-FFF2-40B4-BE49-F238E27FC236}">
                <a16:creationId xmlns:a16="http://schemas.microsoft.com/office/drawing/2014/main" id="{2E7F67C0-FA74-4490-BDCB-244655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2-1">
            <a:extLst xmlns:a="http://schemas.openxmlformats.org/drawingml/2006/main">
              <a:ext uri="{FF2B5EF4-FFF2-40B4-BE49-F238E27FC236}">
                <a16:creationId xmlns:a16="http://schemas.microsoft.com/office/drawing/2014/main" id="{03DD30F5-93E4-4939-A62C-2619D5C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2-2">
            <a:extLst xmlns:a="http://schemas.openxmlformats.org/drawingml/2006/main">
              <a:ext uri="{FF2B5EF4-FFF2-40B4-BE49-F238E27FC236}">
                <a16:creationId xmlns:a16="http://schemas.microsoft.com/office/drawing/2014/main" id="{0A06C7F2-9A13-481D-A0E0-9382DAF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2-3">
            <a:extLst xmlns:a="http://schemas.openxmlformats.org/drawingml/2006/main">
              <a:ext uri="{FF2B5EF4-FFF2-40B4-BE49-F238E27FC236}">
                <a16:creationId xmlns:a16="http://schemas.microsoft.com/office/drawing/2014/main" id="{04C6CFA0-30C7-468D-A8C9-E04210E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old-2-4">
            <a:extLst xmlns:a="http://schemas.openxmlformats.org/drawingml/2006/main">
              <a:ext uri="{FF2B5EF4-FFF2-40B4-BE49-F238E27FC236}">
                <a16:creationId xmlns:a16="http://schemas.microsoft.com/office/drawing/2014/main" id="{DE5EAA64-9667-4036-BC18-294478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C8D316CA-85BA-428B-AA85-1CBB0E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3" name="fold-3-0">
            <a:extLst xmlns:a="http://schemas.openxmlformats.org/drawingml/2006/main">
              <a:ext uri="{FF2B5EF4-FFF2-40B4-BE49-F238E27FC236}">
                <a16:creationId xmlns:a16="http://schemas.microsoft.com/office/drawing/2014/main" id="{2400D54B-FD09-4266-BB9B-41403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3-1">
            <a:extLst xmlns:a="http://schemas.openxmlformats.org/drawingml/2006/main">
              <a:ext uri="{FF2B5EF4-FFF2-40B4-BE49-F238E27FC236}">
                <a16:creationId xmlns:a16="http://schemas.microsoft.com/office/drawing/2014/main" id="{30C251EB-72BB-4496-8433-D6218E3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3-2">
            <a:extLst xmlns:a="http://schemas.openxmlformats.org/drawingml/2006/main">
              <a:ext uri="{FF2B5EF4-FFF2-40B4-BE49-F238E27FC236}">
                <a16:creationId xmlns:a16="http://schemas.microsoft.com/office/drawing/2014/main" id="{82E47DF0-3BA1-4538-8E9D-C3B60DD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3-3">
            <a:extLst xmlns:a="http://schemas.openxmlformats.org/drawingml/2006/main">
              <a:ext uri="{FF2B5EF4-FFF2-40B4-BE49-F238E27FC236}">
                <a16:creationId xmlns:a16="http://schemas.microsoft.com/office/drawing/2014/main" id="{FE71C939-4567-4A22-A6BD-B0D84E5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old-3-4">
            <a:extLst xmlns:a="http://schemas.openxmlformats.org/drawingml/2006/main">
              <a:ext uri="{FF2B5EF4-FFF2-40B4-BE49-F238E27FC236}">
                <a16:creationId xmlns:a16="http://schemas.microsoft.com/office/drawing/2014/main" id="{C1EB89A6-2883-459C-9061-E6E087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A2D3E828-053C-4AC4-BC8B-E374EEB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29" name="fold-4-0">
            <a:extLst xmlns:a="http://schemas.openxmlformats.org/drawingml/2006/main">
              <a:ext uri="{FF2B5EF4-FFF2-40B4-BE49-F238E27FC236}">
                <a16:creationId xmlns:a16="http://schemas.microsoft.com/office/drawing/2014/main" id="{5F6B6339-469B-4274-8A40-6D4A509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4-1">
            <a:extLst xmlns:a="http://schemas.openxmlformats.org/drawingml/2006/main">
              <a:ext uri="{FF2B5EF4-FFF2-40B4-BE49-F238E27FC236}">
                <a16:creationId xmlns:a16="http://schemas.microsoft.com/office/drawing/2014/main" id="{707F7D8A-FD9A-4FDC-9BA5-CB35AA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4-2">
            <a:extLst xmlns:a="http://schemas.openxmlformats.org/drawingml/2006/main">
              <a:ext uri="{FF2B5EF4-FFF2-40B4-BE49-F238E27FC236}">
                <a16:creationId xmlns:a16="http://schemas.microsoft.com/office/drawing/2014/main" id="{6B64AA92-3CE5-4B13-AD91-983052B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4-3">
            <a:extLst xmlns:a="http://schemas.openxmlformats.org/drawingml/2006/main">
              <a:ext uri="{FF2B5EF4-FFF2-40B4-BE49-F238E27FC236}">
                <a16:creationId xmlns:a16="http://schemas.microsoft.com/office/drawing/2014/main" id="{CF0567F9-82E1-4A4A-B30D-5287467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fold-4-4">
            <a:extLst xmlns:a="http://schemas.openxmlformats.org/drawingml/2006/main">
              <a:ext uri="{FF2B5EF4-FFF2-40B4-BE49-F238E27FC236}">
                <a16:creationId xmlns:a16="http://schemas.microsoft.com/office/drawing/2014/main" id="{7A85C55A-C735-4DF2-8A25-1E42858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72293CCA-B57C-4A5B-957D-BE329EA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1D2DBD51-F0ED-452E-82D1-3B4C26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C378D746-C25F-4B65-907F-EA7DED4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1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plt.subplots(3, 1, figsize=(7.4, 3.2), sharex=True) nshow, K = 20, 5 titles = ["Random…</a:t>
            </a:r>
          </a:p>
        </p:txBody>
      </p:sp>
      <p:sp>
        <p:nvSpPr>
          <p:cNvPr id="3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1B8865-23A9-40F4-B1A1-C2E364F5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C183751-48E4-4031-AD3E-A05EC98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3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C787CE9-6DDB-4097-B34C-CBD9C83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1F4B8C6-1CF1-491D-949B-A4CBF48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4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3AA8D31-810C-45AF-B63B-9FA533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838B81-1A77-4570-B13A-F759EBE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230DA7-9F60-4546-A144-FFCEC98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865FCF-C44F-490C-840B-A7CE4F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46" name="media-matte-bias_variance_cv.png">
            <a:extLst xmlns:a="http://schemas.openxmlformats.org/drawingml/2006/main">
              <a:ext uri="{FF2B5EF4-FFF2-40B4-BE49-F238E27FC236}">
                <a16:creationId xmlns:a16="http://schemas.microsoft.com/office/drawing/2014/main" id="{6D921967-4F7F-4230-B91B-FD7BF6EB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b484af8cc4894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9513918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54AE54E-9FCD-48C7-894C-CB75A79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6275C-B3DC-4188-AA26-4A9A6BF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schemes, three questions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98C40E4-F424-4CAF-BA5D-113FDEA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AAB65C8-924A-4BDF-B6E6-9EC944D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8194A8C-4567-4A7C-8DF9-2094FD8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14DB7E6-7A74-4ECA-8D41-289DC7F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1265B1E-5E6A-40A9-83D7-80695B4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04-bias-variance-and-cross-validation/demo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session04_cross_validation_demo.py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C33B77BE-E011-4090-8B69-5C2DD03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65E38B8-6CF5-4A73-BF4C-FE37E46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92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axes = plt.subplots(3, 1, figsize=(7.4, 3.2), sharex=True)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n_show, K = 20, 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titles = ["Random K-fold — 'a new row from the same countries and years'",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"GroupKFold by country — 'a country I have never seen'",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"TimeSeriesSplit — 'next year'"]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rng2 = np.random.default_rng(3)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rand_assign = rng2.integers(0, K, n_show)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grp = np.repeat(np.arange(4), 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ax, title, mode in zip(axes, titles, ["rand", "group", "time"]):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i in range(n_show):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mode == "rand":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col = CL.warn if rand_assign[i] == 0 else CL.line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E835176-E598-4DFA-AC1F-E3141B2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B98CA8E-6BA3-432C-B12D-9717D90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4DB497-6454-4975-BDE8-CCE99C0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4FB7EE-9F8C-4718-B09A-4042923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11249685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208ADCA-4987-4A50-8647-D1E2377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1D1E9-5E49-4703-9A5D-FC24D6D9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Choosing K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EF0C81-7A37-447B-BD3D-857B8C3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50A59FD2-86F3-470D-B0E3-4EB3727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For a linear smoother LOOCV is free once you have the hat matrix: hii is Session 02's leverage. The pieces accumulate.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5AE578F-9DCD-4FFE-8ABA-AA68103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207E3667-C418-4B09-AF57-EADD281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K=5 or 10 — the standard compromise: some upward bias, much lower variance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14079A42-B5F4-497C-871F-D32892E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BBE76CA5-5FFE-4694-A927-41CE871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4D90F1E-7D77-4CA7-8286-69C6F6D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K=n (LOOCV) — nearly unbiased, high variance, expensive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F657D884-430E-40B2-8258-DDA8CEB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0351B47F-BAEC-4D23-B473-8BDFE5D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52CDECDE-5F92-43CA-8A74-CA3DA13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For a linear smoother LOOCV is free once you have the hat matrix: hii is Session 02's leverage.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09BA88F0-840A-41CD-A33F-904D9CAB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F138D842-C9A3-4562-B8F3-40A8CFF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112DFA65-8029-4EAC-A961-15CFB51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pieces accumulate.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235B32A-3540-4D1D-907B-83F4576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2CE2C29-C6E7-48E6-A554-31BB7B9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266F11-0952-4CDC-9A29-C8FC822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CCD05A6-9043-4EDB-BC98-0FBC6C0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33921484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F2F115F-36B6-4181-BA10-2FB7BFE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2A6D5-33E1-4432-867A-99BC274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much does the choice matter?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23E63A4-882F-479E-9354-918462A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0A9EB48-23B9-4797-93D6-1EE9DDC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Test MSE = Bias² + Variance + σ²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25C3E24-56D4-4E9A-A5CC-6DA07BE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from sklearn.linearmodel import LinearRegression Xk = d[["population", "employmentths", "gfcfmeur"]].tonumpy() yk = d["gdppceur"].tonumpy()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44CD87B-12C4-4343-BBAC-BB14845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EBA7351-A678-45A0-B0C9-B6CF9DB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from sklearn.linearmodel import LinearRegression Xk = d[["population", "employmentths",…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e1aeadfb8e402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8EED1D0-2684-4284-B9BA-27B8D1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EBCFD0-198D-448A-A3BC-6755484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E4D7795-6C45-4463-A5A2-32906E0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19700229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33EFEB36-3B7C-408C-9F44-1860389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A327D-B209-47FE-8768-010B4CC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much does the choice matter?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4599293-3A41-4CBC-B31B-3002310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BF3BA2-E728-494A-A0D5-6D61976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CV = (1/K) Σₖ errorₖ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EDFBBA20-053A-483C-83C9-1A5262E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from sklearn.linearmodel import LinearRegression Xk = d[["population", "employmentths", "gfcfmeur"]].tonumpy() yk = d["gdppceur"].tonumpy()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3E59214A-11F3-4005-9EB9-3D8421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ED821A4-8DC8-4FA3-8149-5DCFE3E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from sklearn.linearmodel import LinearRegression Xk = d[["population", "employmentths",…</a:t>
            </a:r>
          </a:p>
        </p:txBody>
      </p:sp>
      <p:sp>
        <p:nvSpPr>
          <p:cNvPr id="8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9B46632A-EA2C-4E26-B003-30F6C0B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9" name="fold-0-0">
            <a:extLst xmlns:a="http://schemas.openxmlformats.org/drawingml/2006/main">
              <a:ext uri="{FF2B5EF4-FFF2-40B4-BE49-F238E27FC236}">
                <a16:creationId xmlns:a16="http://schemas.microsoft.com/office/drawing/2014/main" id="{CC2D91AD-8E22-4235-9E8E-A4AD4C0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0-1">
            <a:extLst xmlns:a="http://schemas.openxmlformats.org/drawingml/2006/main">
              <a:ext uri="{FF2B5EF4-FFF2-40B4-BE49-F238E27FC236}">
                <a16:creationId xmlns:a16="http://schemas.microsoft.com/office/drawing/2014/main" id="{A144E514-BEE0-40D1-9115-8CC4919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fold-0-2">
            <a:extLst xmlns:a="http://schemas.openxmlformats.org/drawingml/2006/main">
              <a:ext uri="{FF2B5EF4-FFF2-40B4-BE49-F238E27FC236}">
                <a16:creationId xmlns:a16="http://schemas.microsoft.com/office/drawing/2014/main" id="{49D9FB8A-566F-45B1-9864-88CAF50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0-3">
            <a:extLst xmlns:a="http://schemas.openxmlformats.org/drawingml/2006/main">
              <a:ext uri="{FF2B5EF4-FFF2-40B4-BE49-F238E27FC236}">
                <a16:creationId xmlns:a16="http://schemas.microsoft.com/office/drawing/2014/main" id="{92F15F2A-1E58-4676-90BC-D17C94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0-4">
            <a:extLst xmlns:a="http://schemas.openxmlformats.org/drawingml/2006/main">
              <a:ext uri="{FF2B5EF4-FFF2-40B4-BE49-F238E27FC236}">
                <a16:creationId xmlns:a16="http://schemas.microsoft.com/office/drawing/2014/main" id="{031A13A9-50F1-41A3-92C3-DF13AC3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33EEE2DB-C886-4252-97A3-2A21164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5" name="fold-1-0">
            <a:extLst xmlns:a="http://schemas.openxmlformats.org/drawingml/2006/main">
              <a:ext uri="{FF2B5EF4-FFF2-40B4-BE49-F238E27FC236}">
                <a16:creationId xmlns:a16="http://schemas.microsoft.com/office/drawing/2014/main" id="{2A9539C1-8884-4505-AC69-6469EE8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1-1">
            <a:extLst xmlns:a="http://schemas.openxmlformats.org/drawingml/2006/main">
              <a:ext uri="{FF2B5EF4-FFF2-40B4-BE49-F238E27FC236}">
                <a16:creationId xmlns:a16="http://schemas.microsoft.com/office/drawing/2014/main" id="{002A04EC-7105-4D67-B059-E4CB6AC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fold-1-2">
            <a:extLst xmlns:a="http://schemas.openxmlformats.org/drawingml/2006/main">
              <a:ext uri="{FF2B5EF4-FFF2-40B4-BE49-F238E27FC236}">
                <a16:creationId xmlns:a16="http://schemas.microsoft.com/office/drawing/2014/main" id="{0DF51B36-8C91-408A-BB1A-070D2AC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1-3">
            <a:extLst xmlns:a="http://schemas.openxmlformats.org/drawingml/2006/main">
              <a:ext uri="{FF2B5EF4-FFF2-40B4-BE49-F238E27FC236}">
                <a16:creationId xmlns:a16="http://schemas.microsoft.com/office/drawing/2014/main" id="{30B5A39C-5188-4D34-9D35-9FF8BAB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1-4">
            <a:extLst xmlns:a="http://schemas.openxmlformats.org/drawingml/2006/main">
              <a:ext uri="{FF2B5EF4-FFF2-40B4-BE49-F238E27FC236}">
                <a16:creationId xmlns:a16="http://schemas.microsoft.com/office/drawing/2014/main" id="{468A9B6D-4F8B-440A-B9D8-D83CFBE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1C122E19-0F34-4B4A-986B-BC91B2F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21" name="fold-2-0">
            <a:extLst xmlns:a="http://schemas.openxmlformats.org/drawingml/2006/main">
              <a:ext uri="{FF2B5EF4-FFF2-40B4-BE49-F238E27FC236}">
                <a16:creationId xmlns:a16="http://schemas.microsoft.com/office/drawing/2014/main" id="{D1B3C0EF-7EFB-4C44-ACA6-97CB65A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2-1">
            <a:extLst xmlns:a="http://schemas.openxmlformats.org/drawingml/2006/main">
              <a:ext uri="{FF2B5EF4-FFF2-40B4-BE49-F238E27FC236}">
                <a16:creationId xmlns:a16="http://schemas.microsoft.com/office/drawing/2014/main" id="{6A5208AC-C61B-4174-8E21-2224E90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fold-2-2">
            <a:extLst xmlns:a="http://schemas.openxmlformats.org/drawingml/2006/main">
              <a:ext uri="{FF2B5EF4-FFF2-40B4-BE49-F238E27FC236}">
                <a16:creationId xmlns:a16="http://schemas.microsoft.com/office/drawing/2014/main" id="{01490995-0B25-4542-AAFD-3417761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2-3">
            <a:extLst xmlns:a="http://schemas.openxmlformats.org/drawingml/2006/main">
              <a:ext uri="{FF2B5EF4-FFF2-40B4-BE49-F238E27FC236}">
                <a16:creationId xmlns:a16="http://schemas.microsoft.com/office/drawing/2014/main" id="{FDF3C731-E4E7-46A7-B46D-C1BBCED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2-4">
            <a:extLst xmlns:a="http://schemas.openxmlformats.org/drawingml/2006/main">
              <a:ext uri="{FF2B5EF4-FFF2-40B4-BE49-F238E27FC236}">
                <a16:creationId xmlns:a16="http://schemas.microsoft.com/office/drawing/2014/main" id="{283719A7-36F8-44B8-82DA-C856656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316CE72F-9A6E-4E4B-94E1-96BE63D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7" name="fold-3-0">
            <a:extLst xmlns:a="http://schemas.openxmlformats.org/drawingml/2006/main">
              <a:ext uri="{FF2B5EF4-FFF2-40B4-BE49-F238E27FC236}">
                <a16:creationId xmlns:a16="http://schemas.microsoft.com/office/drawing/2014/main" id="{DCBD66EE-616E-4B0C-B40D-5A17F8F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3-1">
            <a:extLst xmlns:a="http://schemas.openxmlformats.org/drawingml/2006/main">
              <a:ext uri="{FF2B5EF4-FFF2-40B4-BE49-F238E27FC236}">
                <a16:creationId xmlns:a16="http://schemas.microsoft.com/office/drawing/2014/main" id="{3100B712-E2D5-4828-9B12-58DE7B0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fold-3-2">
            <a:extLst xmlns:a="http://schemas.openxmlformats.org/drawingml/2006/main">
              <a:ext uri="{FF2B5EF4-FFF2-40B4-BE49-F238E27FC236}">
                <a16:creationId xmlns:a16="http://schemas.microsoft.com/office/drawing/2014/main" id="{81E97352-E97E-4527-88A4-28844B9C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3-3">
            <a:extLst xmlns:a="http://schemas.openxmlformats.org/drawingml/2006/main">
              <a:ext uri="{FF2B5EF4-FFF2-40B4-BE49-F238E27FC236}">
                <a16:creationId xmlns:a16="http://schemas.microsoft.com/office/drawing/2014/main" id="{DB994987-359D-47C1-9414-2B96A5B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3-4">
            <a:extLst xmlns:a="http://schemas.openxmlformats.org/drawingml/2006/main">
              <a:ext uri="{FF2B5EF4-FFF2-40B4-BE49-F238E27FC236}">
                <a16:creationId xmlns:a16="http://schemas.microsoft.com/office/drawing/2014/main" id="{F2090647-2D07-4A3D-9D57-F1F0AC1C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4669B4AA-55E8-4D4B-82C8-FD62820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33" name="fold-4-0">
            <a:extLst xmlns:a="http://schemas.openxmlformats.org/drawingml/2006/main">
              <a:ext uri="{FF2B5EF4-FFF2-40B4-BE49-F238E27FC236}">
                <a16:creationId xmlns:a16="http://schemas.microsoft.com/office/drawing/2014/main" id="{2B2E6078-EE94-42A2-83DC-9563DE9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4-1">
            <a:extLst xmlns:a="http://schemas.openxmlformats.org/drawingml/2006/main">
              <a:ext uri="{FF2B5EF4-FFF2-40B4-BE49-F238E27FC236}">
                <a16:creationId xmlns:a16="http://schemas.microsoft.com/office/drawing/2014/main" id="{7E3ABA09-1B9F-460D-B8CF-DDAACF8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fold-4-2">
            <a:extLst xmlns:a="http://schemas.openxmlformats.org/drawingml/2006/main">
              <a:ext uri="{FF2B5EF4-FFF2-40B4-BE49-F238E27FC236}">
                <a16:creationId xmlns:a16="http://schemas.microsoft.com/office/drawing/2014/main" id="{EBD3DD2D-3AA7-4C04-9546-9E66B5B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fold-4-3">
            <a:extLst xmlns:a="http://schemas.openxmlformats.org/drawingml/2006/main">
              <a:ext uri="{FF2B5EF4-FFF2-40B4-BE49-F238E27FC236}">
                <a16:creationId xmlns:a16="http://schemas.microsoft.com/office/drawing/2014/main" id="{2F957EB8-AEF9-4112-9CBD-E0BC95A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fold-4-4">
            <a:extLst xmlns:a="http://schemas.openxmlformats.org/drawingml/2006/main">
              <a:ext uri="{FF2B5EF4-FFF2-40B4-BE49-F238E27FC236}">
                <a16:creationId xmlns:a16="http://schemas.microsoft.com/office/drawing/2014/main" id="{3D062E9E-4308-4FC1-9823-AA2BEFD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59D06C6D-5616-4F85-AECC-FF70FC9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723C24-908E-434F-BE52-A99F2FE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659EA2-4C3F-400B-8C8F-3F3D865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EAF9CC-53AA-40B3-ADEA-52E3270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15960312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8E7573D-3581-4CE2-9474-D3BF105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771B-11CA-430A-A85D-0567A33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Three ways to get it wrong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05DD69E-B91F-449E-A605-F95CA72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3F1CF89-CF9E-4189-B9C5-BE3C2A6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Optimism ≈ 2σ²·df / n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0F04D63-92C4-4AC1-ABF7-211485F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Three ways to get it wrong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ED23EE1-9BA7-48AD-97CC-0B24C38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0DA94E9-00F0-4CAD-9C7D-7F50536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· Three ways to get it wrong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d7f3782644b4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AC16CE9-BF3C-4DEB-890A-F6A458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D6E579-EB7A-47AB-9753-95D7C8B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00E27C-F37F-4FAB-AAC1-12E293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11025586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B18507C-4D87-49C4-AB8B-8B6FE0F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77EBF-8D0E-4E03-821D-5D774B9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Leakage through preprocessing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FC68E9A-53AF-41FA-A7E9-4786B36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52A65BF-C59B-41A8-B8D1-0B08566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72CA10A-E627-44A5-B1CE-EE4428E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Leakage through…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47BA1EBF-3970-4DD6-B4BB-2DE5994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3FFF197-94FF-4FAD-9C73-0DA14F7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Any step that learns from the data — scaling, imputation, feature selection, target encoding —…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C27FF948-0A60-4CEF-8A0A-E0DE302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1EAFC396-929D-402A-92F3-EDFB719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Variance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12E21096-40D3-45CA-A836-EA30C40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BFC18C42-FA51-4332-ADF0-BC2EF7C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Xscaled = StandardScaler().fittransform(X)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F574FDED-F22E-4D5A-AEA8-BAC6525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044E8C0-567A-43A9-B6E4-DADFB91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Leakage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47B8248F-A353-4859-8ED9-9FD43ED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BF16F38A-1EF2-4D75-A090-005C2DC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Any step that learns from the data — scaling, imputation, feature selection, target encoding — must be…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B3C51D80-6224-4014-9084-B649E52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AC06D50-AAD1-4CF0-A679-9645FAC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4EEB97-F89B-46F2-8DA1-E4D601C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2548269-E40C-4EB5-9ACB-86DD1F6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156835290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47D0E29-C6CD-4192-8A9E-CE5128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D839A-C1A4-483E-BABD-8EE4A58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Leakage through preprocessing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770F5C-E8AD-4F97-8DB8-33B62DC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BC2A6D5-2A5A-4269-AE41-3A8ED1D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BD00247-2683-441B-8C66-DB08E1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Any step that learns from the data — scaling, imputation, feature selection, target encoding —…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898CEAB-5E80-4B26-9EA2-1160114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67F3C05-9AB8-4636-98B3-167729F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Xscaled = StandardScaler().fittransform(X)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A100E63-3842-4D32-9240-415C02D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E2F9902-0908-4C86-B8E6-494EA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Any step that learns from the data — scaling, imputation, feature selection, target encoding — must be…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861F336-626C-4DC1-92D7-997306F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5009E03-A032-40F0-B288-D92501F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67BEE-CF96-4360-9AD5-5A241F3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38135F-BA29-4FB8-B090-E0B49F6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5129933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ACDDA39-0FE6-49C6-948C-D9D92A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AFA4-9C1A-402F-924C-D243195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Leakage through selection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A91CF3-C2D0-456B-AAC2-DA9BB1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6ECB8DE5-3950-4D7A-B72C-BB6DFE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5" name="fold-0-0">
            <a:extLst xmlns:a="http://schemas.openxmlformats.org/drawingml/2006/main">
              <a:ext uri="{FF2B5EF4-FFF2-40B4-BE49-F238E27FC236}">
                <a16:creationId xmlns:a16="http://schemas.microsoft.com/office/drawing/2014/main" id="{47F537ED-82D8-4382-9E58-5D2D915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fold-0-1">
            <a:extLst xmlns:a="http://schemas.openxmlformats.org/drawingml/2006/main">
              <a:ext uri="{FF2B5EF4-FFF2-40B4-BE49-F238E27FC236}">
                <a16:creationId xmlns:a16="http://schemas.microsoft.com/office/drawing/2014/main" id="{E443322D-BACC-4A57-ACF7-EE8103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fold-0-2">
            <a:extLst xmlns:a="http://schemas.openxmlformats.org/drawingml/2006/main">
              <a:ext uri="{FF2B5EF4-FFF2-40B4-BE49-F238E27FC236}">
                <a16:creationId xmlns:a16="http://schemas.microsoft.com/office/drawing/2014/main" id="{574B3A93-CBD7-499F-B9DD-E1C0DEB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fold-0-3">
            <a:extLst xmlns:a="http://schemas.openxmlformats.org/drawingml/2006/main">
              <a:ext uri="{FF2B5EF4-FFF2-40B4-BE49-F238E27FC236}">
                <a16:creationId xmlns:a16="http://schemas.microsoft.com/office/drawing/2014/main" id="{9E3C419B-8779-49BD-A185-4E7E973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fold-0-4">
            <a:extLst xmlns:a="http://schemas.openxmlformats.org/drawingml/2006/main">
              <a:ext uri="{FF2B5EF4-FFF2-40B4-BE49-F238E27FC236}">
                <a16:creationId xmlns:a16="http://schemas.microsoft.com/office/drawing/2014/main" id="{847926F5-E3DA-46ED-A3D9-D040122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15622465-444F-4440-BD8D-7DBEFF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1" name="fold-1-0">
            <a:extLst xmlns:a="http://schemas.openxmlformats.org/drawingml/2006/main">
              <a:ext uri="{FF2B5EF4-FFF2-40B4-BE49-F238E27FC236}">
                <a16:creationId xmlns:a16="http://schemas.microsoft.com/office/drawing/2014/main" id="{15414108-BD70-46ED-96B6-0C758A9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1-1">
            <a:extLst xmlns:a="http://schemas.openxmlformats.org/drawingml/2006/main">
              <a:ext uri="{FF2B5EF4-FFF2-40B4-BE49-F238E27FC236}">
                <a16:creationId xmlns:a16="http://schemas.microsoft.com/office/drawing/2014/main" id="{B762B5F6-31A6-4C5A-BAA3-AF00A5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1-2">
            <a:extLst xmlns:a="http://schemas.openxmlformats.org/drawingml/2006/main">
              <a:ext uri="{FF2B5EF4-FFF2-40B4-BE49-F238E27FC236}">
                <a16:creationId xmlns:a16="http://schemas.microsoft.com/office/drawing/2014/main" id="{B2E29AD9-95F8-478E-A1D5-C729CE9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1-3">
            <a:extLst xmlns:a="http://schemas.openxmlformats.org/drawingml/2006/main">
              <a:ext uri="{FF2B5EF4-FFF2-40B4-BE49-F238E27FC236}">
                <a16:creationId xmlns:a16="http://schemas.microsoft.com/office/drawing/2014/main" id="{06B7DA01-A162-4D55-81B4-CEAEBB4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fold-1-4">
            <a:extLst xmlns:a="http://schemas.openxmlformats.org/drawingml/2006/main">
              <a:ext uri="{FF2B5EF4-FFF2-40B4-BE49-F238E27FC236}">
                <a16:creationId xmlns:a16="http://schemas.microsoft.com/office/drawing/2014/main" id="{31BE3DA5-DFBB-4245-9572-9E11E83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82ACB7FF-7DA8-45C2-94CC-E50FAE0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17" name="fold-2-0">
            <a:extLst xmlns:a="http://schemas.openxmlformats.org/drawingml/2006/main">
              <a:ext uri="{FF2B5EF4-FFF2-40B4-BE49-F238E27FC236}">
                <a16:creationId xmlns:a16="http://schemas.microsoft.com/office/drawing/2014/main" id="{2E7F67C0-FA74-4490-BDCB-244655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2-1">
            <a:extLst xmlns:a="http://schemas.openxmlformats.org/drawingml/2006/main">
              <a:ext uri="{FF2B5EF4-FFF2-40B4-BE49-F238E27FC236}">
                <a16:creationId xmlns:a16="http://schemas.microsoft.com/office/drawing/2014/main" id="{03DD30F5-93E4-4939-A62C-2619D5C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2-2">
            <a:extLst xmlns:a="http://schemas.openxmlformats.org/drawingml/2006/main">
              <a:ext uri="{FF2B5EF4-FFF2-40B4-BE49-F238E27FC236}">
                <a16:creationId xmlns:a16="http://schemas.microsoft.com/office/drawing/2014/main" id="{0A06C7F2-9A13-481D-A0E0-9382DAF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2-3">
            <a:extLst xmlns:a="http://schemas.openxmlformats.org/drawingml/2006/main">
              <a:ext uri="{FF2B5EF4-FFF2-40B4-BE49-F238E27FC236}">
                <a16:creationId xmlns:a16="http://schemas.microsoft.com/office/drawing/2014/main" id="{04C6CFA0-30C7-468D-A8C9-E04210E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old-2-4">
            <a:extLst xmlns:a="http://schemas.openxmlformats.org/drawingml/2006/main">
              <a:ext uri="{FF2B5EF4-FFF2-40B4-BE49-F238E27FC236}">
                <a16:creationId xmlns:a16="http://schemas.microsoft.com/office/drawing/2014/main" id="{DE5EAA64-9667-4036-BC18-294478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C8D316CA-85BA-428B-AA85-1CBB0E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3" name="fold-3-0">
            <a:extLst xmlns:a="http://schemas.openxmlformats.org/drawingml/2006/main">
              <a:ext uri="{FF2B5EF4-FFF2-40B4-BE49-F238E27FC236}">
                <a16:creationId xmlns:a16="http://schemas.microsoft.com/office/drawing/2014/main" id="{2400D54B-FD09-4266-BB9B-41403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3-1">
            <a:extLst xmlns:a="http://schemas.openxmlformats.org/drawingml/2006/main">
              <a:ext uri="{FF2B5EF4-FFF2-40B4-BE49-F238E27FC236}">
                <a16:creationId xmlns:a16="http://schemas.microsoft.com/office/drawing/2014/main" id="{30C251EB-72BB-4496-8433-D6218E3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3-2">
            <a:extLst xmlns:a="http://schemas.openxmlformats.org/drawingml/2006/main">
              <a:ext uri="{FF2B5EF4-FFF2-40B4-BE49-F238E27FC236}">
                <a16:creationId xmlns:a16="http://schemas.microsoft.com/office/drawing/2014/main" id="{82E47DF0-3BA1-4538-8E9D-C3B60DD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3-3">
            <a:extLst xmlns:a="http://schemas.openxmlformats.org/drawingml/2006/main">
              <a:ext uri="{FF2B5EF4-FFF2-40B4-BE49-F238E27FC236}">
                <a16:creationId xmlns:a16="http://schemas.microsoft.com/office/drawing/2014/main" id="{FE71C939-4567-4A22-A6BD-B0D84E5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old-3-4">
            <a:extLst xmlns:a="http://schemas.openxmlformats.org/drawingml/2006/main">
              <a:ext uri="{FF2B5EF4-FFF2-40B4-BE49-F238E27FC236}">
                <a16:creationId xmlns:a16="http://schemas.microsoft.com/office/drawing/2014/main" id="{C1EB89A6-2883-459C-9061-E6E087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A2D3E828-053C-4AC4-BC8B-E374EEB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29" name="fold-4-0">
            <a:extLst xmlns:a="http://schemas.openxmlformats.org/drawingml/2006/main">
              <a:ext uri="{FF2B5EF4-FFF2-40B4-BE49-F238E27FC236}">
                <a16:creationId xmlns:a16="http://schemas.microsoft.com/office/drawing/2014/main" id="{5F6B6339-469B-4274-8A40-6D4A509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4-1">
            <a:extLst xmlns:a="http://schemas.openxmlformats.org/drawingml/2006/main">
              <a:ext uri="{FF2B5EF4-FFF2-40B4-BE49-F238E27FC236}">
                <a16:creationId xmlns:a16="http://schemas.microsoft.com/office/drawing/2014/main" id="{707F7D8A-FD9A-4FDC-9BA5-CB35AA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4-2">
            <a:extLst xmlns:a="http://schemas.openxmlformats.org/drawingml/2006/main">
              <a:ext uri="{FF2B5EF4-FFF2-40B4-BE49-F238E27FC236}">
                <a16:creationId xmlns:a16="http://schemas.microsoft.com/office/drawing/2014/main" id="{6B64AA92-3CE5-4B13-AD91-983052B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4-3">
            <a:extLst xmlns:a="http://schemas.openxmlformats.org/drawingml/2006/main">
              <a:ext uri="{FF2B5EF4-FFF2-40B4-BE49-F238E27FC236}">
                <a16:creationId xmlns:a16="http://schemas.microsoft.com/office/drawing/2014/main" id="{CF0567F9-82E1-4A4A-B30D-5287467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fold-4-4">
            <a:extLst xmlns:a="http://schemas.openxmlformats.org/drawingml/2006/main">
              <a:ext uri="{FF2B5EF4-FFF2-40B4-BE49-F238E27FC236}">
                <a16:creationId xmlns:a16="http://schemas.microsoft.com/office/drawing/2014/main" id="{7A85C55A-C735-4DF2-8A25-1E42858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72293CCA-B57C-4A5B-957D-BE329EA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1D2DBD51-F0ED-452E-82D1-3B4C26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C378D746-C25F-4B65-907F-EA7DED4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outer loop → evaluation</a:t>
            </a:r>
          </a:p>
        </p:txBody>
      </p:sp>
      <p:sp>
        <p:nvSpPr>
          <p:cNvPr id="3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1B8865-23A9-40F4-B1A1-C2E364F5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C183751-48E4-4031-AD3E-A05EC98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inner loop → tuning</a:t>
            </a:r>
          </a:p>
        </p:txBody>
      </p:sp>
      <p:sp>
        <p:nvSpPr>
          <p:cNvPr id="3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C787CE9-6DDB-4097-B34C-CBD9C83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1F4B8C6-1CF1-491D-949B-A4CBF48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Choosing a model by CV and then reporting that same CV error as its performance is optimistic.</a:t>
            </a:r>
          </a:p>
        </p:txBody>
      </p:sp>
      <p:sp>
        <p:nvSpPr>
          <p:cNvPr id="4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3AA8D31-810C-45AF-B63B-9FA533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838B81-1A77-4570-B13A-F759EBE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230DA7-9F60-4546-A144-FFCEC98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865FCF-C44F-490C-840B-A7CE4F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46" name="media-matte-bias_variance_cv.png">
            <a:extLst xmlns:a="http://schemas.openxmlformats.org/drawingml/2006/main">
              <a:ext uri="{FF2B5EF4-FFF2-40B4-BE49-F238E27FC236}">
                <a16:creationId xmlns:a16="http://schemas.microsoft.com/office/drawing/2014/main" id="{86DB59BC-9F97-4D1D-A320-21352FFE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1380540bf4e6b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95139181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54AE54E-9FCD-48C7-894C-CB75A79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6275C-B3DC-4188-AA26-4A9A6BF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bad is it? Try it on pure noise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98C40E4-F424-4CAF-BA5D-113FDEA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AAB65C8-924A-4BDF-B6E6-9EC944D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8194A8C-4567-4A7C-8DF9-2094FD8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14DB7E6-7A74-4ECA-8D41-289DC7F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1265B1E-5E6A-40A9-83D7-80695B4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04-bias-variance-and-cross-validation/demo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session04_cross_validation_demo.py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C33B77BE-E011-4090-8B69-5C2DD03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65E38B8-6CF5-4A73-BF4C-FE37E46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7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sklearn.feature_selection import SelectKBest, f_classif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sklearn.linear_model import LogisticRegression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sklearn.pipeline import make_pipeline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rng3 = np.random.default_rng(11)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Xn = rng3.normal(size=(120, 4000))          # 4000 predictors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yn = rng3.integers(0, 2, 120)               # a coin flip. NO signal exists.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cvn = KFold(5, shuffle=True, random_state=0)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 = SelectKBest(f_classif, k=20).fit(Xn, yn)          # WRONG: chosen on everything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wrong = cross_val_score(LogisticRegression(max_iter=2000), sel.transform(Xn), yn, cv=cvn).mean()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pipe = make_pipeline(SelectKBest(f_classif, k=20), LogisticRegression(max_iter=2000))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E835176-E598-4DFA-AC1F-E3141B2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B98CA8E-6BA3-432C-B12D-9717D90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4DB497-6454-4975-BDE8-CCE99C0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4FB7EE-9F8C-4718-B09A-4042923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11249685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F2F115F-36B6-4181-BA10-2FB7BFE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2A6D5-33E1-4432-867A-99BC274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Ignoring dependence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23E63A4-882F-479E-9354-918462AA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0A9EB48-23B9-4797-93D6-1EE9DDC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CV = (1/K) Σₖ errorₖ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325C3E24-56D4-4E9A-A5CC-6DA07BE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Random folds assume exchangeability. Economic data rarely are.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A44CD87B-12C4-4343-BBAC-BB14845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8EBA7351-A678-45A0-B0C9-B6CF9DB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Random folds assume exchangeability.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2556cf6e734ac2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8EED1D0-2684-4284-B9BA-27B8D12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EBCFD0-198D-448A-A3BC-6755484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E4D7795-6C45-4463-A5A2-32906E0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197002294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33EFEB36-3B7C-408C-9F44-1860389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A327D-B209-47FE-8768-010B4CCE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it costs here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4599293-3A41-4CBC-B31B-3002310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FBF3BA2-E728-494A-A0D5-6D61976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Optimism ≈ 2σ²·df / n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EDFBBA20-053A-483C-83C9-1A5262E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it costs here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3E59214A-11F3-4005-9EB9-3D8421C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5ED821A4-8DC8-4FA3-8149-5DCFE3EA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What it costs here</a:t>
            </a:r>
          </a:p>
        </p:txBody>
      </p:sp>
      <p:sp>
        <p:nvSpPr>
          <p:cNvPr id="8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9B46632A-EA2C-4E26-B003-30F6C0B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9" name="fold-0-0">
            <a:extLst xmlns:a="http://schemas.openxmlformats.org/drawingml/2006/main">
              <a:ext uri="{FF2B5EF4-FFF2-40B4-BE49-F238E27FC236}">
                <a16:creationId xmlns:a16="http://schemas.microsoft.com/office/drawing/2014/main" id="{CC2D91AD-8E22-4235-9E8E-A4AD4C0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0-1">
            <a:extLst xmlns:a="http://schemas.openxmlformats.org/drawingml/2006/main">
              <a:ext uri="{FF2B5EF4-FFF2-40B4-BE49-F238E27FC236}">
                <a16:creationId xmlns:a16="http://schemas.microsoft.com/office/drawing/2014/main" id="{A144E514-BEE0-40D1-9115-8CC49193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fold-0-2">
            <a:extLst xmlns:a="http://schemas.openxmlformats.org/drawingml/2006/main">
              <a:ext uri="{FF2B5EF4-FFF2-40B4-BE49-F238E27FC236}">
                <a16:creationId xmlns:a16="http://schemas.microsoft.com/office/drawing/2014/main" id="{49D9FB8A-566F-45B1-9864-88CAF508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0-3">
            <a:extLst xmlns:a="http://schemas.openxmlformats.org/drawingml/2006/main">
              <a:ext uri="{FF2B5EF4-FFF2-40B4-BE49-F238E27FC236}">
                <a16:creationId xmlns:a16="http://schemas.microsoft.com/office/drawing/2014/main" id="{92F15F2A-1E58-4676-90BC-D17C94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0-4">
            <a:extLst xmlns:a="http://schemas.openxmlformats.org/drawingml/2006/main">
              <a:ext uri="{FF2B5EF4-FFF2-40B4-BE49-F238E27FC236}">
                <a16:creationId xmlns:a16="http://schemas.microsoft.com/office/drawing/2014/main" id="{031A13A9-50F1-41A3-92C3-DF13AC3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33EEE2DB-C886-4252-97A3-2A21164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431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5" name="fold-1-0">
            <a:extLst xmlns:a="http://schemas.openxmlformats.org/drawingml/2006/main">
              <a:ext uri="{FF2B5EF4-FFF2-40B4-BE49-F238E27FC236}">
                <a16:creationId xmlns:a16="http://schemas.microsoft.com/office/drawing/2014/main" id="{2A9539C1-8884-4505-AC69-6469EE8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1-1">
            <a:extLst xmlns:a="http://schemas.openxmlformats.org/drawingml/2006/main">
              <a:ext uri="{FF2B5EF4-FFF2-40B4-BE49-F238E27FC236}">
                <a16:creationId xmlns:a16="http://schemas.microsoft.com/office/drawing/2014/main" id="{002A04EC-7105-4D67-B059-E4CB6AC7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fold-1-2">
            <a:extLst xmlns:a="http://schemas.openxmlformats.org/drawingml/2006/main">
              <a:ext uri="{FF2B5EF4-FFF2-40B4-BE49-F238E27FC236}">
                <a16:creationId xmlns:a16="http://schemas.microsoft.com/office/drawing/2014/main" id="{0DF51B36-8C91-408A-BB1A-070D2AC5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1-3">
            <a:extLst xmlns:a="http://schemas.openxmlformats.org/drawingml/2006/main">
              <a:ext uri="{FF2B5EF4-FFF2-40B4-BE49-F238E27FC236}">
                <a16:creationId xmlns:a16="http://schemas.microsoft.com/office/drawing/2014/main" id="{30B5A39C-5188-4D34-9D35-9FF8BAB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1-4">
            <a:extLst xmlns:a="http://schemas.openxmlformats.org/drawingml/2006/main">
              <a:ext uri="{FF2B5EF4-FFF2-40B4-BE49-F238E27FC236}">
                <a16:creationId xmlns:a16="http://schemas.microsoft.com/office/drawing/2014/main" id="{468A9B6D-4F8B-440A-B9D8-D83CFBE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1C122E19-0F34-4B4A-986B-BC91B2F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21" name="fold-2-0">
            <a:extLst xmlns:a="http://schemas.openxmlformats.org/drawingml/2006/main">
              <a:ext uri="{FF2B5EF4-FFF2-40B4-BE49-F238E27FC236}">
                <a16:creationId xmlns:a16="http://schemas.microsoft.com/office/drawing/2014/main" id="{D1B3C0EF-7EFB-4C44-ACA6-97CB65AC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2-1">
            <a:extLst xmlns:a="http://schemas.openxmlformats.org/drawingml/2006/main">
              <a:ext uri="{FF2B5EF4-FFF2-40B4-BE49-F238E27FC236}">
                <a16:creationId xmlns:a16="http://schemas.microsoft.com/office/drawing/2014/main" id="{6A5208AC-C61B-4174-8E21-2224E90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fold-2-2">
            <a:extLst xmlns:a="http://schemas.openxmlformats.org/drawingml/2006/main">
              <a:ext uri="{FF2B5EF4-FFF2-40B4-BE49-F238E27FC236}">
                <a16:creationId xmlns:a16="http://schemas.microsoft.com/office/drawing/2014/main" id="{01490995-0B25-4542-AAFD-34177615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2-3">
            <a:extLst xmlns:a="http://schemas.openxmlformats.org/drawingml/2006/main">
              <a:ext uri="{FF2B5EF4-FFF2-40B4-BE49-F238E27FC236}">
                <a16:creationId xmlns:a16="http://schemas.microsoft.com/office/drawing/2014/main" id="{FDF3C731-E4E7-46A7-B46D-C1BBCED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2-4">
            <a:extLst xmlns:a="http://schemas.openxmlformats.org/drawingml/2006/main">
              <a:ext uri="{FF2B5EF4-FFF2-40B4-BE49-F238E27FC236}">
                <a16:creationId xmlns:a16="http://schemas.microsoft.com/office/drawing/2014/main" id="{283719A7-36F8-44B8-82DA-C8566561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316CE72F-9A6E-4E4B-94E1-96BE63DC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7" name="fold-3-0">
            <a:extLst xmlns:a="http://schemas.openxmlformats.org/drawingml/2006/main">
              <a:ext uri="{FF2B5EF4-FFF2-40B4-BE49-F238E27FC236}">
                <a16:creationId xmlns:a16="http://schemas.microsoft.com/office/drawing/2014/main" id="{DCBD66EE-616E-4B0C-B40D-5A17F8F9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3-1">
            <a:extLst xmlns:a="http://schemas.openxmlformats.org/drawingml/2006/main">
              <a:ext uri="{FF2B5EF4-FFF2-40B4-BE49-F238E27FC236}">
                <a16:creationId xmlns:a16="http://schemas.microsoft.com/office/drawing/2014/main" id="{3100B712-E2D5-4828-9B12-58DE7B00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fold-3-2">
            <a:extLst xmlns:a="http://schemas.openxmlformats.org/drawingml/2006/main">
              <a:ext uri="{FF2B5EF4-FFF2-40B4-BE49-F238E27FC236}">
                <a16:creationId xmlns:a16="http://schemas.microsoft.com/office/drawing/2014/main" id="{81E97352-E97E-4527-88A4-28844B9C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3-3">
            <a:extLst xmlns:a="http://schemas.openxmlformats.org/drawingml/2006/main">
              <a:ext uri="{FF2B5EF4-FFF2-40B4-BE49-F238E27FC236}">
                <a16:creationId xmlns:a16="http://schemas.microsoft.com/office/drawing/2014/main" id="{DB994987-359D-47C1-9414-2B96A5B3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3-4">
            <a:extLst xmlns:a="http://schemas.openxmlformats.org/drawingml/2006/main">
              <a:ext uri="{FF2B5EF4-FFF2-40B4-BE49-F238E27FC236}">
                <a16:creationId xmlns:a16="http://schemas.microsoft.com/office/drawing/2014/main" id="{F2090647-2D07-4A3D-9D57-F1F0AC1C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4669B4AA-55E8-4D4B-82C8-FD62820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33" name="fold-4-0">
            <a:extLst xmlns:a="http://schemas.openxmlformats.org/drawingml/2006/main">
              <a:ext uri="{FF2B5EF4-FFF2-40B4-BE49-F238E27FC236}">
                <a16:creationId xmlns:a16="http://schemas.microsoft.com/office/drawing/2014/main" id="{2B2E6078-EE94-42A2-83DC-9563DE9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4-1">
            <a:extLst xmlns:a="http://schemas.openxmlformats.org/drawingml/2006/main">
              <a:ext uri="{FF2B5EF4-FFF2-40B4-BE49-F238E27FC236}">
                <a16:creationId xmlns:a16="http://schemas.microsoft.com/office/drawing/2014/main" id="{7E3ABA09-1B9F-460D-B8CF-DDAACF8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fold-4-2">
            <a:extLst xmlns:a="http://schemas.openxmlformats.org/drawingml/2006/main">
              <a:ext uri="{FF2B5EF4-FFF2-40B4-BE49-F238E27FC236}">
                <a16:creationId xmlns:a16="http://schemas.microsoft.com/office/drawing/2014/main" id="{EBD3DD2D-3AA7-4C04-9546-9E66B5B4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fold-4-3">
            <a:extLst xmlns:a="http://schemas.openxmlformats.org/drawingml/2006/main">
              <a:ext uri="{FF2B5EF4-FFF2-40B4-BE49-F238E27FC236}">
                <a16:creationId xmlns:a16="http://schemas.microsoft.com/office/drawing/2014/main" id="{2F957EB8-AEF9-4112-9CBD-E0BC95A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fold-4-4">
            <a:extLst xmlns:a="http://schemas.openxmlformats.org/drawingml/2006/main">
              <a:ext uri="{FF2B5EF4-FFF2-40B4-BE49-F238E27FC236}">
                <a16:creationId xmlns:a16="http://schemas.microsoft.com/office/drawing/2014/main" id="{3D062E9E-4308-4FC1-9823-AA2BEFD0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19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59D06C6D-5616-4F85-AECC-FF70FC9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D723C24-908E-434F-BE52-A99F2FE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659EA2-4C3F-400B-8C8F-3F3D865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EAF9CC-53AA-40B3-ADEA-52E3270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15960312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8E7573D-3581-4CE2-9474-D3BF105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7A771B-11CA-430A-A85D-0567A33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Same data, same model, three splits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05DD69E-B91F-449E-A605-F95CA72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43F1CF89-CF9E-4189-B9C5-BE3C2A6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Test MSE = Bias² + Variance + σ²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C0F04D63-92C4-4AC1-ABF7-211485F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 = RandomForestRegressor(nestimators=300, randomstate=60033) rand = -crossvalscore(m, X, y, scoring=RMSE, cv=KFold(5, shuffle=True, randomstate=60033)).mean()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DED23EE1-9BA7-48AD-97CC-0B24C38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90DA94E9-00F0-4CAD-9C7D-7F505363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 = RandomForestRegressor(nestimators=300, randomstate=60033) rand = -crossvalscore(m, X, y,…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eba56ed50947b3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AC16CE9-BF3C-4DEB-890A-F6A458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D6E579-EB7A-47AB-9753-95D7C8B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200E27C-F37F-4FAB-AAC1-12E293AE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11025586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208ADCA-4987-4A50-8647-D1E2377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1D1E9-5E49-4703-9A5D-FC24D6D9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Same data, same model, three splits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EF0C81-7A37-447B-BD3D-857B8C3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50A59FD2-86F3-470D-B0E3-4EB3727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 = RandomForestRegressor(nestimators=300, randomstate=60033) rand = -crossvalscore(m, X, y, scoring=RMSE, cv=KFold(5, shuffle=True, randomstate=60033)).mean()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5AE578F-9DCD-4FFE-8ABA-AA68103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207E3667-C418-4B09-AF57-EADD281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 = RandomForestRegressor(nestimators=300, randomstate=60033) rand = -crossvalscore(m, X, y,…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14079A42-B5F4-497C-871F-D32892E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BBE76CA5-5FFE-4694-A927-41CE871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4D90F1E-7D77-4CA7-8286-69C6F6D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F657D884-430E-40B2-8258-DDA8CEB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0351B47F-BAEC-4D23-B473-8BDFE5D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52CDECDE-5F92-43CA-8A74-CA3DA13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09BA88F0-840A-41CD-A33F-904D9CAB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F138D842-C9A3-4562-B8F3-40A8CFF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112DFA65-8029-4EAC-A961-15CFB51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Evaluate with a matching split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235B32A-3540-4D1D-907B-83F4576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2CE2C29-C6E7-48E6-A554-31BB7B9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266F11-0952-4CDC-9A29-C8FC822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CCD05A6-9043-4EDB-BC98-0FBC6C0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33921484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B18507C-4D87-49C4-AB8B-8B6FE0F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77EBF-8D0E-4E03-821D-5D774B94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ratio is the whole point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FC68E9A-53AF-41FA-A7E9-4786B36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52A65BF-C59B-41A8-B8D1-0B08566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672CA10A-E627-44A5-B1CE-EE4428EB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ratio is the whole…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47BA1EBF-3970-4DD6-B4BB-2DE5994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E3FFF197-94FF-4FAD-9C73-0DA14F7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 grouped / random = grp/rand:.2fx") Publish the random-K-fold number and you have…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C27FF948-0A60-4CEF-8A0A-E0DE3024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1EAFC396-929D-402A-92F3-EDFB719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12E21096-40D3-45CA-A836-EA30C40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BFC18C42-FA51-4332-ADF0-BC2EF7C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 grouped / random = grp/rand:.2fx") Publish the random-K-fold number and you have overstated…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F574FDED-F22E-4D5A-AEA8-BAC6525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E044E8C0-567A-43A9-B6E4-DADFB91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Variance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47B8248F-A353-4859-8ED9-9FD43ED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BF16F38A-1EF2-4D75-A090-005C2DC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B3C51D80-6224-4014-9084-B649E52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AC06D50-AAD1-4CF0-A679-9645FAC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94EEB97-F89B-46F2-8DA1-E4D601C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2548269-E40C-4EB5-9ACB-86DD1F6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15683529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47D0E29-C6CD-4192-8A9E-CE51289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AD839A-C1A4-483E-BABD-8EE4A58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ratio is the whole point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8770F5C-E8AD-4F97-8DB8-33B62DC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BC2A6D5-2A5A-4269-AE41-3A8ED1D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BD00247-2683-441B-8C66-DB08E10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 grouped / random = grp/rand:.2fx") Publish the random-K-fold number and you have…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898CEAB-5E80-4B26-9EA2-1160114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367F3C05-9AB8-4636-98B3-167729F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print(f" grouped / random = grp/rand:.2fx") Publish the random-K-fold number and you have overstated…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BA100E63-3842-4D32-9240-415C02D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E2F9902-0908-4C86-B8E6-494EAE9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1861F336-626C-4DC1-92D7-997306F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5009E03-A032-40F0-B288-D92501FB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67BEE-CF96-4360-9AD5-5A241F3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38135F-BA29-4FB8-B090-E0B49F6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5129933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ACDDA39-0FE6-49C6-948C-D9D92A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7AFA4-9C1A-402F-924C-D243195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EA91CF3-C2D0-456B-AAC2-DA9BB1F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ld-label-0">
            <a:extLst xmlns:a="http://schemas.openxmlformats.org/drawingml/2006/main">
              <a:ext uri="{FF2B5EF4-FFF2-40B4-BE49-F238E27FC236}">
                <a16:creationId xmlns:a16="http://schemas.microsoft.com/office/drawing/2014/main" id="{6ECB8DE5-3950-4D7A-B72C-BB6DFED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1</a:t>
            </a:r>
          </a:p>
        </p:txBody>
      </p:sp>
      <p:sp>
        <p:nvSpPr>
          <p:cNvPr id="5" name="fold-0-0">
            <a:extLst xmlns:a="http://schemas.openxmlformats.org/drawingml/2006/main">
              <a:ext uri="{FF2B5EF4-FFF2-40B4-BE49-F238E27FC236}">
                <a16:creationId xmlns:a16="http://schemas.microsoft.com/office/drawing/2014/main" id="{47F537ED-82D8-4382-9E58-5D2D915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fold-0-1">
            <a:extLst xmlns:a="http://schemas.openxmlformats.org/drawingml/2006/main">
              <a:ext uri="{FF2B5EF4-FFF2-40B4-BE49-F238E27FC236}">
                <a16:creationId xmlns:a16="http://schemas.microsoft.com/office/drawing/2014/main" id="{E443322D-BACC-4A57-ACF7-EE810337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fold-0-2">
            <a:extLst xmlns:a="http://schemas.openxmlformats.org/drawingml/2006/main">
              <a:ext uri="{FF2B5EF4-FFF2-40B4-BE49-F238E27FC236}">
                <a16:creationId xmlns:a16="http://schemas.microsoft.com/office/drawing/2014/main" id="{574B3A93-CBD7-499F-B9DD-E1C0DEB3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fold-0-3">
            <a:extLst xmlns:a="http://schemas.openxmlformats.org/drawingml/2006/main">
              <a:ext uri="{FF2B5EF4-FFF2-40B4-BE49-F238E27FC236}">
                <a16:creationId xmlns:a16="http://schemas.microsoft.com/office/drawing/2014/main" id="{9E3C419B-8779-49BD-A185-4E7E973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fold-0-4">
            <a:extLst xmlns:a="http://schemas.openxmlformats.org/drawingml/2006/main">
              <a:ext uri="{FF2B5EF4-FFF2-40B4-BE49-F238E27FC236}">
                <a16:creationId xmlns:a16="http://schemas.microsoft.com/office/drawing/2014/main" id="{847926F5-E3DA-46ED-A3D9-D0401221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fold-label-1">
            <a:extLst xmlns:a="http://schemas.openxmlformats.org/drawingml/2006/main">
              <a:ext uri="{FF2B5EF4-FFF2-40B4-BE49-F238E27FC236}">
                <a16:creationId xmlns:a16="http://schemas.microsoft.com/office/drawing/2014/main" id="{15622465-444F-4440-BD8D-7DBEFF5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2</a:t>
            </a:r>
          </a:p>
        </p:txBody>
      </p:sp>
      <p:sp>
        <p:nvSpPr>
          <p:cNvPr id="11" name="fold-1-0">
            <a:extLst xmlns:a="http://schemas.openxmlformats.org/drawingml/2006/main">
              <a:ext uri="{FF2B5EF4-FFF2-40B4-BE49-F238E27FC236}">
                <a16:creationId xmlns:a16="http://schemas.microsoft.com/office/drawing/2014/main" id="{15414108-BD70-46ED-96B6-0C758A9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fold-1-1">
            <a:extLst xmlns:a="http://schemas.openxmlformats.org/drawingml/2006/main">
              <a:ext uri="{FF2B5EF4-FFF2-40B4-BE49-F238E27FC236}">
                <a16:creationId xmlns:a16="http://schemas.microsoft.com/office/drawing/2014/main" id="{B762B5F6-31A6-4C5A-BAA3-AF00A5F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fold-1-2">
            <a:extLst xmlns:a="http://schemas.openxmlformats.org/drawingml/2006/main">
              <a:ext uri="{FF2B5EF4-FFF2-40B4-BE49-F238E27FC236}">
                <a16:creationId xmlns:a16="http://schemas.microsoft.com/office/drawing/2014/main" id="{B2E29AD9-95F8-478E-A1D5-C729CE9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fold-1-3">
            <a:extLst xmlns:a="http://schemas.openxmlformats.org/drawingml/2006/main">
              <a:ext uri="{FF2B5EF4-FFF2-40B4-BE49-F238E27FC236}">
                <a16:creationId xmlns:a16="http://schemas.microsoft.com/office/drawing/2014/main" id="{06B7DA01-A162-4D55-81B4-CEAEBB4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fold-1-4">
            <a:extLst xmlns:a="http://schemas.openxmlformats.org/drawingml/2006/main">
              <a:ext uri="{FF2B5EF4-FFF2-40B4-BE49-F238E27FC236}">
                <a16:creationId xmlns:a16="http://schemas.microsoft.com/office/drawing/2014/main" id="{31BE3DA5-DFBB-4245-9572-9E11E83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fold-label-2">
            <a:extLst xmlns:a="http://schemas.openxmlformats.org/drawingml/2006/main">
              <a:ext uri="{FF2B5EF4-FFF2-40B4-BE49-F238E27FC236}">
                <a16:creationId xmlns:a16="http://schemas.microsoft.com/office/drawing/2014/main" id="{82ACB7FF-7DA8-45C2-94CC-E50FAE04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3</a:t>
            </a:r>
          </a:p>
        </p:txBody>
      </p:sp>
      <p:sp>
        <p:nvSpPr>
          <p:cNvPr id="17" name="fold-2-0">
            <a:extLst xmlns:a="http://schemas.openxmlformats.org/drawingml/2006/main">
              <a:ext uri="{FF2B5EF4-FFF2-40B4-BE49-F238E27FC236}">
                <a16:creationId xmlns:a16="http://schemas.microsoft.com/office/drawing/2014/main" id="{2E7F67C0-FA74-4490-BDCB-2446555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fold-2-1">
            <a:extLst xmlns:a="http://schemas.openxmlformats.org/drawingml/2006/main">
              <a:ext uri="{FF2B5EF4-FFF2-40B4-BE49-F238E27FC236}">
                <a16:creationId xmlns:a16="http://schemas.microsoft.com/office/drawing/2014/main" id="{03DD30F5-93E4-4939-A62C-2619D5C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fold-2-2">
            <a:extLst xmlns:a="http://schemas.openxmlformats.org/drawingml/2006/main">
              <a:ext uri="{FF2B5EF4-FFF2-40B4-BE49-F238E27FC236}">
                <a16:creationId xmlns:a16="http://schemas.microsoft.com/office/drawing/2014/main" id="{0A06C7F2-9A13-481D-A0E0-9382DAF4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fold-2-3">
            <a:extLst xmlns:a="http://schemas.openxmlformats.org/drawingml/2006/main">
              <a:ext uri="{FF2B5EF4-FFF2-40B4-BE49-F238E27FC236}">
                <a16:creationId xmlns:a16="http://schemas.microsoft.com/office/drawing/2014/main" id="{04C6CFA0-30C7-468D-A8C9-E04210E9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fold-2-4">
            <a:extLst xmlns:a="http://schemas.openxmlformats.org/drawingml/2006/main">
              <a:ext uri="{FF2B5EF4-FFF2-40B4-BE49-F238E27FC236}">
                <a16:creationId xmlns:a16="http://schemas.microsoft.com/office/drawing/2014/main" id="{DE5EAA64-9667-4036-BC18-2944785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fold-label-3">
            <a:extLst xmlns:a="http://schemas.openxmlformats.org/drawingml/2006/main">
              <a:ext uri="{FF2B5EF4-FFF2-40B4-BE49-F238E27FC236}">
                <a16:creationId xmlns:a16="http://schemas.microsoft.com/office/drawing/2014/main" id="{C8D316CA-85BA-428B-AA85-1CBB0E3A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4</a:t>
            </a:r>
          </a:p>
        </p:txBody>
      </p:sp>
      <p:sp>
        <p:nvSpPr>
          <p:cNvPr id="23" name="fold-3-0">
            <a:extLst xmlns:a="http://schemas.openxmlformats.org/drawingml/2006/main">
              <a:ext uri="{FF2B5EF4-FFF2-40B4-BE49-F238E27FC236}">
                <a16:creationId xmlns:a16="http://schemas.microsoft.com/office/drawing/2014/main" id="{2400D54B-FD09-4266-BB9B-41403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fold-3-1">
            <a:extLst xmlns:a="http://schemas.openxmlformats.org/drawingml/2006/main">
              <a:ext uri="{FF2B5EF4-FFF2-40B4-BE49-F238E27FC236}">
                <a16:creationId xmlns:a16="http://schemas.microsoft.com/office/drawing/2014/main" id="{30C251EB-72BB-4496-8433-D6218E3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fold-3-2">
            <a:extLst xmlns:a="http://schemas.openxmlformats.org/drawingml/2006/main">
              <a:ext uri="{FF2B5EF4-FFF2-40B4-BE49-F238E27FC236}">
                <a16:creationId xmlns:a16="http://schemas.microsoft.com/office/drawing/2014/main" id="{82E47DF0-3BA1-4538-8E9D-C3B60DD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fold-3-3">
            <a:extLst xmlns:a="http://schemas.openxmlformats.org/drawingml/2006/main">
              <a:ext uri="{FF2B5EF4-FFF2-40B4-BE49-F238E27FC236}">
                <a16:creationId xmlns:a16="http://schemas.microsoft.com/office/drawing/2014/main" id="{FE71C939-4567-4A22-A6BD-B0D84E5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fold-3-4">
            <a:extLst xmlns:a="http://schemas.openxmlformats.org/drawingml/2006/main">
              <a:ext uri="{FF2B5EF4-FFF2-40B4-BE49-F238E27FC236}">
                <a16:creationId xmlns:a16="http://schemas.microsoft.com/office/drawing/2014/main" id="{C1EB89A6-2883-459C-9061-E6E087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fold-label-4">
            <a:extLst xmlns:a="http://schemas.openxmlformats.org/drawingml/2006/main">
              <a:ext uri="{FF2B5EF4-FFF2-40B4-BE49-F238E27FC236}">
                <a16:creationId xmlns:a16="http://schemas.microsoft.com/office/drawing/2014/main" id="{A2D3E828-053C-4AC4-BC8B-E374EEB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Fold 5</a:t>
            </a:r>
          </a:p>
        </p:txBody>
      </p:sp>
      <p:sp>
        <p:nvSpPr>
          <p:cNvPr id="29" name="fold-4-0">
            <a:extLst xmlns:a="http://schemas.openxmlformats.org/drawingml/2006/main">
              <a:ext uri="{FF2B5EF4-FFF2-40B4-BE49-F238E27FC236}">
                <a16:creationId xmlns:a16="http://schemas.microsoft.com/office/drawing/2014/main" id="{5F6B6339-469B-4274-8A40-6D4A509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fold-4-1">
            <a:extLst xmlns:a="http://schemas.openxmlformats.org/drawingml/2006/main">
              <a:ext uri="{FF2B5EF4-FFF2-40B4-BE49-F238E27FC236}">
                <a16:creationId xmlns:a16="http://schemas.microsoft.com/office/drawing/2014/main" id="{707F7D8A-FD9A-4FDC-9BA5-CB35AAD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fold-4-2">
            <a:extLst xmlns:a="http://schemas.openxmlformats.org/drawingml/2006/main">
              <a:ext uri="{FF2B5EF4-FFF2-40B4-BE49-F238E27FC236}">
                <a16:creationId xmlns:a16="http://schemas.microsoft.com/office/drawing/2014/main" id="{6B64AA92-3CE5-4B13-AD91-983052B4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fold-4-3">
            <a:extLst xmlns:a="http://schemas.openxmlformats.org/drawingml/2006/main">
              <a:ext uri="{FF2B5EF4-FFF2-40B4-BE49-F238E27FC236}">
                <a16:creationId xmlns:a16="http://schemas.microsoft.com/office/drawing/2014/main" id="{CF0567F9-82E1-4A4A-B30D-5287467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fold-4-4">
            <a:extLst xmlns:a="http://schemas.openxmlformats.org/drawingml/2006/main">
              <a:ext uri="{FF2B5EF4-FFF2-40B4-BE49-F238E27FC236}">
                <a16:creationId xmlns:a16="http://schemas.microsoft.com/office/drawing/2014/main" id="{7A85C55A-C735-4DF2-8A25-1E42858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fold-caption">
            <a:extLst xmlns:a="http://schemas.openxmlformats.org/drawingml/2006/main">
              <a:ext uri="{FF2B5EF4-FFF2-40B4-BE49-F238E27FC236}">
                <a16:creationId xmlns:a16="http://schemas.microsoft.com/office/drawing/2014/main" id="{72293CCA-B57C-4A5B-957D-BE329EA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Colored block = validation · gray blocks = training</a:t>
            </a:r>
          </a:p>
        </p:txBody>
      </p:sp>
      <p:sp>
        <p:nvSpPr>
          <p:cNvPr id="3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1D2DBD51-F0ED-452E-82D1-3B4C26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3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C378D746-C25F-4B65-907F-EA7DED4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8 · Key takeaways</a:t>
            </a:r>
          </a:p>
        </p:txBody>
      </p:sp>
      <p:sp>
        <p:nvSpPr>
          <p:cNvPr id="3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2C1B8865-23A9-40F4-B1A1-C2E364F5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3C183751-48E4-4031-AD3E-A05EC98B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deployment timing</a:t>
            </a:r>
          </a:p>
        </p:txBody>
      </p:sp>
      <p:sp>
        <p:nvSpPr>
          <p:cNvPr id="3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AC787CE9-6DDB-4097-B34C-CBD9C83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01F4B8C6-1CF1-491D-949B-A4CBF48D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Put preprocessing inside the pipeline</a:t>
            </a:r>
          </a:p>
        </p:txBody>
      </p:sp>
      <p:sp>
        <p:nvSpPr>
          <p:cNvPr id="4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3AA8D31-810C-45AF-B63B-9FA533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838B81-1A77-4570-B13A-F759EBE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230DA7-9F60-4546-A144-FFCEC98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865FCF-C44F-490C-840B-A7CE4F18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46" name="media-matte-bias_variance_cv.png">
            <a:extLst xmlns:a="http://schemas.openxmlformats.org/drawingml/2006/main">
              <a:ext uri="{FF2B5EF4-FFF2-40B4-BE49-F238E27FC236}">
                <a16:creationId xmlns:a16="http://schemas.microsoft.com/office/drawing/2014/main" id="{2898E2EA-A234-4BFC-A849-3007D260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e9c6a8904faf"/>
          <a:stretch xmlns:a="http://schemas.openxmlformats.org/drawingml/2006/main"/>
        </p:blipFill>
        <p:spPr>
          <a:xfrm xmlns:a="http://schemas.openxmlformats.org/drawingml/2006/main">
            <a:off x="457200" y="1843088"/>
            <a:ext cx="6858000" cy="3857625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95139181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54AE54E-9FCD-48C7-894C-CB75A795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6275C-B3DC-4188-AA26-4A9A6BF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 carry out of this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98C40E4-F424-4CAF-BA5D-113FDEA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6AAB65C8-924A-4BDF-B6E6-9EC944DE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F8194A8C-4567-4A7C-8DF9-2094FD8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A14DB7E6-7A74-4ECA-8D41-289DC7F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1265B1E-5E6A-40A9-83D7-80695B4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04-bias-variance-and-cross-validation/demo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session04_cross_validation_demo.py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C33B77BE-E011-4090-8B69-5C2DD03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565E38B8-6CF5-4A73-BF4C-FE37E46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sklearn.model_selection import KFold, cross_val_score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sklearn.pipeline import make_pipeline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sklearn.preprocessing import PolynomialFeatures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sklearn.linear_model import LinearRegression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[[x] for x in range(12)]; y = [x + (x%3) for x in range(12)]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 = make_pipeline(PolynomialFeatures(2), LinearRegression())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print(-cross_val_score(m, X, y, cv=KFold(4), scoring='neg_mean_squared_error').mean())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BE835176-E598-4DFA-AC1F-E3141B2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B98CA8E-6BA3-432C-B12D-9717D90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4DB497-6454-4975-BDE8-CCE99C0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74FB7EE-9F8C-4718-B09A-4042923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112496853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08DF7B18-178A-4631-898A-756AE395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584E9838-A705-4C5C-911E-1DE9949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 reliably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F51D4A9F-008F-48A2-8960-823E8CC0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082666DC-D4A0-438D-BF07-386E4FD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F46BF57F-ABEF-4814-9753-224A6713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shuffled K-fold score can be excellent because yesterday and tomorrow leaked into one another.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8A7328A1-5F52-4356-9329-4E21E43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250E39A8-12DA-4B7B-8167-1D9D4EE5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Selection and evaluation are separated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2DFE8D3-DDF6-4423-BF56-E8C80CE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3588E0-5F3D-4872-A35D-646F93BD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CB3CE4-E0F1-49AA-B921-24885499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123908001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C0BCA1C-D0CD-4499-BF02-FC51A057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B693E3-42CC-45A2-83B3-99213B7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 the practice session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229A89D-0910-4DAB-A45D-87F0CB4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9E239E04-244E-4FC6-8F68-B5445231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A42D5663-614A-44A5-B0F0-22D04EC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Brief: 02-practice/README.md · derivations: 01-lecture/README.md §4.1–4.4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96905B50-FB76-45FD-B5DA-28B31594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4D9EDF78-F611-435F-A358-3B150F8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F7070C5C-567F-4D80-B674-5FE478A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shuffled K-fold score can be excellent because yesterday and tomorrow leaked into one another.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1BAC8DBA-40F5-4E3A-AB92-66645C18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12A45CC-6AB6-4B65-93F0-046051F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4CE785-616D-43EE-A347-6A5FBAD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9907E7B-F925-47A1-9382-9602881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9081723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7C512153-2695-4585-82B8-AA087E37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D405AD-57DA-4BBF-8FDF-1D560C66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EC5B2C0-9262-496D-8D5E-23BA8699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0607F7F5-83A1-4CBF-8C9F-A0CC9D2B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859EE8CF-339A-434D-A37C-61FBD9C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Amsili, van Es &amp; Schindelbeck (2024) — Pedotransfer Functions for Available Water…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4DBFD570-B0CA-4C94-BF52-6AB3B9E4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model comparison on an explicit validation sample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35218882-4EA0-4071-B95E-944BAC14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https://doi.org/10.1080/00103624.2024.2336573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1F9C7AD5-75EA-4570-AFAC-2FCFC02E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9A0DAFB8-7CA9-4302-A028-3DDFC31F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EA955DE5-F18A-4FD2-8EE0-5E4B0E37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10.7910/DVN/U5DAEP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D06EE850-161A-41B9-AA95-A8CD08B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article PDF, training data, and model files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4E6D3872-FDA8-4D2D-A44E-429FD72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https://doi.org/10.7910/DVN/U5DAEP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5E577614-7A8F-4D14-82D6-EC4F5F6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A335580B-DB9F-48E7-809A-BD3AF2EF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1717CE9D-3802-4EE8-A3B2-631489DA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ISLR, resampling chapter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3E7B0983-DAC9-4D64-B568-122A69F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explanation of cross-validation and bias–variance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A1852F84-D3C1-40B2-97AF-727E155E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94CE560-6709-45DA-AB8B-8DB48AD2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D05ACE-FF01-4124-B251-DD6B7F00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A114807-0A11-4A57-B780-89EA52B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54962866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C0BCA1C-D0CD-4499-BF02-FC51A057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B693E3-42CC-45A2-83B3-99213B7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229A89D-0910-4DAB-A45D-87F0CB4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9E239E04-244E-4FC6-8F68-B5445231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A42D5663-614A-44A5-B0F0-22D04EC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resampling unit, the preprocessing boundary, and the benchmark before reporting the score.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96905B50-FB76-45FD-B5DA-28B31594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4D9EDF78-F611-435F-A358-3B150F8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F7070C5C-567F-4D80-B674-5FE478A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shuffled K-fold score can be excellent because yesterday and tomorrow leaked into one another.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1BAC8DBA-40F5-4E3A-AB92-66645C18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12A45CC-6AB6-4B65-93F0-046051F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4CE785-616D-43EE-A347-6A5FBAD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9907E7B-F925-47A1-9382-9602881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908172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208ADCA-4987-4A50-8647-D1E2377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1D1E9-5E49-4703-9A5D-FC24D6D9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EF0C81-7A37-447B-BD3D-857B8C3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50A59FD2-86F3-470D-B0E3-4EB3727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shuffled K-fold score can be excellent because yesterday and tomorrow leaked into one another.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5AE578F-9DCD-4FFE-8ABA-AA68103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207E3667-C418-4B09-AF57-EADD281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split mimics deployment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14079A42-B5F4-497C-871F-D32892E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BBE76CA5-5FFE-4694-A927-41CE871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F4D90F1E-7D77-4CA7-8286-69C6F6D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future information enters features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F657D884-430E-40B2-8258-DDA8CEB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0351B47F-BAEC-4D23-B473-8BDFE5D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52CDECDE-5F92-43CA-8A74-CA3DA13B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Selection and evaluation are separated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09BA88F0-840A-41CD-A33F-904D9CAB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F138D842-C9A3-4562-B8F3-40A8CFF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112DFA65-8029-4EAC-A961-15CFB51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Dependence is respected by blocks or time order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A235B32A-3540-4D1D-907B-83F4576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2CE2C29-C6E7-48E6-A554-31BB7B9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266F11-0952-4CDC-9A29-C8FC822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CCD05A6-9043-4EDB-BC98-0FBC6C0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33921484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2B6CFABC-D137-4BC9-9046-D97D5C3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BB6B50-4A66-412E-A353-03A3F5B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validation result—and then audit 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C7BE825-69BA-403D-A608-D32B69C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EC6B1595-102F-4CDB-96B8-C9203156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the article comparison, redesign the evaluation, and show how leakage changes the winner.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C774A9A4-6597-48CA-9648-0E0D1664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B698D7F5-848F-4812-A03A-BCD9119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the article's prediction target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EC928B1B-90BE-4088-A508-84E58F27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DE5D4F1C-186C-4E19-8783-36C0197C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validation comparison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0ADAC3F2-CA9D-4D0D-85A1-23E33B8A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DAB911D7-1809-444E-841A-33BFF927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Implement the honest resampling unit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B73332C7-4D76-411F-8C44-D4092334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1933784E-9A4E-4CDE-8268-745D966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leaked alternative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DA924DFF-C702-4F31-8324-2D5305E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8CCDD543-B163-4324-B754-868D8643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Quantify and explain the optimism gap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3DC01DC4-1357-4740-9222-17B971B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1ADBD5E3-87C8-4292-B88F-BF9D29F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65F9B2D2-D33C-404B-8430-7AF3E80D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6022D70-5501-45B4-AD7B-81C51EC8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059484-5826-4173-A0E9-7CB78B9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E717049-A1AF-4B9C-A557-937189FA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65284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04 Lecture</dc:title>
  <dcterms:created xsi:type="dcterms:W3CDTF">2026-08-23T23:37:34.7400000Z</dcterms:created>
  <dcterms:modified xsi:type="dcterms:W3CDTF">2026-08-23T23:37:34.7400000Z</dcterms:modified>
</coreProperties>
</file>