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ad71ad9fde4afe" /><Relationship Type="http://schemas.openxmlformats.org/officeDocument/2006/relationships/extended-properties" Target="/docProps/app.xml" Id="Reef593013acb4f24" /><Relationship Type="http://schemas.openxmlformats.org/officeDocument/2006/relationships/officeDocument" Target="/ppt/presentation.xml" Id="R73d11b19fde5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9067f9b364414"/>
  </p:sldMasterIdLst>
  <p:notesMasterIdLst>
    <p:notesMasterId xmlns:r="http://schemas.openxmlformats.org/officeDocument/2006/relationships" r:id="R0a652754bdc44490"/>
  </p:notesMasterIdLst>
  <p:sldIdLst>
    <p:sldId xmlns:r="http://schemas.openxmlformats.org/officeDocument/2006/relationships" id="256" r:id="R570ac3eb08d54174"/>
    <p:sldId xmlns:r="http://schemas.openxmlformats.org/officeDocument/2006/relationships" id="257" r:id="Ra11fb5353b5e4fb2"/>
    <p:sldId xmlns:r="http://schemas.openxmlformats.org/officeDocument/2006/relationships" id="258" r:id="R2df1c5d7e8c34699"/>
    <p:sldId xmlns:r="http://schemas.openxmlformats.org/officeDocument/2006/relationships" id="259" r:id="R2bb7d43e1dd94b51"/>
    <p:sldId xmlns:r="http://schemas.openxmlformats.org/officeDocument/2006/relationships" id="260" r:id="R34dbf9e9b4e44936"/>
    <p:sldId xmlns:r="http://schemas.openxmlformats.org/officeDocument/2006/relationships" id="261" r:id="R79fd0b561cae4474"/>
    <p:sldId xmlns:r="http://schemas.openxmlformats.org/officeDocument/2006/relationships" id="262" r:id="R214821b41a774bc6"/>
    <p:sldId xmlns:r="http://schemas.openxmlformats.org/officeDocument/2006/relationships" id="263" r:id="Rb39e94d2641a45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6cdbee47a4698" /><Relationship Type="http://schemas.openxmlformats.org/officeDocument/2006/relationships/slideMaster" Target="/ppt/slideMasters/slideMaster1.xml" Id="Rdb69067f9b364414" /><Relationship Type="http://schemas.openxmlformats.org/officeDocument/2006/relationships/notesMaster" Target="/ppt/notesMasters/notesMaster1.xml" Id="R0a652754bdc44490" /><Relationship Type="http://schemas.openxmlformats.org/officeDocument/2006/relationships/presProps" Target="/ppt/presProps.xml" Id="Re137ef9d42854b86" /><Relationship Type="http://schemas.openxmlformats.org/officeDocument/2006/relationships/tableStyles" Target="/ppt/tableStyles.xml" Id="R5b2ed27f155b41ce" /><Relationship Type="http://schemas.openxmlformats.org/officeDocument/2006/relationships/slide" Target="/ppt/slides/slide1.xml" Id="R570ac3eb08d54174" /><Relationship Type="http://schemas.openxmlformats.org/officeDocument/2006/relationships/slide" Target="/ppt/slides/slide2.xml" Id="Ra11fb5353b5e4fb2" /><Relationship Type="http://schemas.openxmlformats.org/officeDocument/2006/relationships/slide" Target="/ppt/slides/slide3.xml" Id="R2df1c5d7e8c34699" /><Relationship Type="http://schemas.openxmlformats.org/officeDocument/2006/relationships/slide" Target="/ppt/slides/slide4.xml" Id="R2bb7d43e1dd94b51" /><Relationship Type="http://schemas.openxmlformats.org/officeDocument/2006/relationships/slide" Target="/ppt/slides/slide5.xml" Id="R34dbf9e9b4e44936" /><Relationship Type="http://schemas.openxmlformats.org/officeDocument/2006/relationships/slide" Target="/ppt/slides/slide6.xml" Id="R79fd0b561cae4474" /><Relationship Type="http://schemas.openxmlformats.org/officeDocument/2006/relationships/slide" Target="/ppt/slides/slide7.xml" Id="R214821b41a774bc6" /><Relationship Type="http://schemas.openxmlformats.org/officeDocument/2006/relationships/slide" Target="/ppt/slides/slide8.xml" Id="Rb39e94d2641a45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3af913e13b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d870687fee4541" /><Relationship Type="http://schemas.openxmlformats.org/officeDocument/2006/relationships/notesMaster" Target="/ppt/notesMasters/notesMaster1.xml" Id="R5fae093a41ed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95e4b1aef464a" /><Relationship Type="http://schemas.openxmlformats.org/officeDocument/2006/relationships/notesMaster" Target="/ppt/notesMasters/notesMaster1.xml" Id="Raacc3e4c9947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3ed1d19a24b65" /><Relationship Type="http://schemas.openxmlformats.org/officeDocument/2006/relationships/notesMaster" Target="/ppt/notesMasters/notesMaster1.xml" Id="Re35d9540758648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9d85e25d2b48b0" /><Relationship Type="http://schemas.openxmlformats.org/officeDocument/2006/relationships/notesMaster" Target="/ppt/notesMasters/notesMaster1.xml" Id="R36e63d309062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3468a5a17422f" /><Relationship Type="http://schemas.openxmlformats.org/officeDocument/2006/relationships/notesMaster" Target="/ppt/notesMasters/notesMaster1.xml" Id="Rb570bb26bc2547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c20a4c37f94bcd" /><Relationship Type="http://schemas.openxmlformats.org/officeDocument/2006/relationships/notesMaster" Target="/ppt/notesMasters/notesMaster1.xml" Id="Rc52ee5b92bea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e0a4f023f24f18" /><Relationship Type="http://schemas.openxmlformats.org/officeDocument/2006/relationships/notesMaster" Target="/ppt/notesMasters/notesMaster1.xml" Id="Rf928643a377d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b7566d693e4acc" /><Relationship Type="http://schemas.openxmlformats.org/officeDocument/2006/relationships/notesMaster" Target="/ppt/notesMasters/notesMaster1.xml" Id="R0bd9a641998a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the article comparison, redesign the evaluation, and show how leakage changes the winner.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04-bias-variance-and-cross-validation/02-practice/README.md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133c64331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481bcc74b84b0d" /><Relationship Type="http://schemas.openxmlformats.org/officeDocument/2006/relationships/slideLayout" Target="/ppt/slideLayouts/slideLayout1.xml" Id="R8a0781b23805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0781b23805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5ef70763d41a2" /><Relationship Type="http://schemas.openxmlformats.org/officeDocument/2006/relationships/chart" Target="/ppt/slides/charts/chart1.xml" Id="R8d23ac147d3748d2" /><Relationship Type="http://schemas.openxmlformats.org/officeDocument/2006/relationships/notesSlide" Target="/ppt/notesSlides/notesSlide1.xml" Id="R3314973d8654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d0c715804b0d" /><Relationship Type="http://schemas.openxmlformats.org/officeDocument/2006/relationships/notesSlide" Target="/ppt/notesSlides/notesSlide2.xml" Id="R1b961cd8e570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568bc5d2c4551" /><Relationship Type="http://schemas.openxmlformats.org/officeDocument/2006/relationships/notesSlide" Target="/ppt/notesSlides/notesSlide3.xml" Id="R579e744dec6e47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01145eeb44dce" /><Relationship Type="http://schemas.openxmlformats.org/officeDocument/2006/relationships/notesSlide" Target="/ppt/notesSlides/notesSlide4.xml" Id="Rf12918974738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0b26c58f84278" /><Relationship Type="http://schemas.openxmlformats.org/officeDocument/2006/relationships/notesSlide" Target="/ppt/notesSlides/notesSlide5.xml" Id="Rbd701d119b64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e04f7fa8a4e80" /><Relationship Type="http://schemas.openxmlformats.org/officeDocument/2006/relationships/notesSlide" Target="/ppt/notesSlides/notesSlide6.xml" Id="R7551f3f9ad84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880e6dd00402f" /><Relationship Type="http://schemas.openxmlformats.org/officeDocument/2006/relationships/notesSlide" Target="/ppt/notesSlides/notesSlide7.xml" Id="R9c007c8faaae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2c6c179e94e2b" /><Relationship Type="http://schemas.openxmlformats.org/officeDocument/2006/relationships/notesSlide" Target="/ppt/notesSlides/notesSlide8.xml" Id="R03ea1578d6a94df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0EE119D-B3E7-4DBA-B41D-4FD9613A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04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34A8142-2D04-4398-95DB-C4514AA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validation result—and then audit it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382871F9-E33A-4D3E-AB95-B4906A1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the article comparison, redesign the evaluation, and show how leakage changes the winner.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A0D66CED-768F-490D-AE30-9861A0DD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52E14D09-F44E-4BC7-8575-589CD6BC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23ac147d3748d2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AA514CD-0EE5-48C9-8157-CA01E4D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535900-4A3E-4625-B0CE-110312F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902C50-620A-47BC-8DD5-BE16949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983446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224126A-2133-4F10-A724-157E311F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52A066-9C1C-4F85-85E6-3D12006C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DA82019-94B2-4156-9D57-CF0DCE6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249FF4EE-6FCC-4603-B518-B5976D6A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EE5A9A6C-1190-4CE3-B4D4-AD8F267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the article comparison, redesign the evaluation, and show how leakage changes the winner.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0394ECBB-FFAE-4DDD-A3AF-B33E1B5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A25F3CCB-CF5D-4900-90EB-9B3E9146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the linear-versus-random-forest comparison, then rebuild it with an honest cross-validation design.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270C5618-C626-47EA-8CD0-6661CF6C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0AD77063-C755-42A3-8EC2-C4400F0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63FA234C-F662-4F65-BE01-E8ADC04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2A33943B-202D-439F-9B53-A6C11B85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B3EE0C75-DA6A-447B-8041-0E1CA72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248F70E7-3A3C-47FB-B3C5-E513D5F8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32A92D7B-DFB6-49B2-9F43-90D5A66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ACC9E01C-BAA9-4848-8AF6-BD49071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76115D48-B4AB-4085-A66F-73BBCCE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3EC506AD-105D-478E-B0A6-8DB665E8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01CA8AA-7D60-412F-B76F-9B46004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A0D2AD-D8B9-4415-87C4-487C52A4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C9D2E04-BA20-43BC-8556-63CDFF6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266666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5612177-8347-4E0B-8920-217D6D8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693AF8-26D1-4408-BEC4-03D3972B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83D8C1-C264-41AF-90F0-F3CA26BF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58A56065-C16B-4741-85AD-B41B632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41D20FE8-FBA2-4FAD-956A-B5194283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5C563522-C5BD-4EF2-B8A1-9F47EB5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0913212B-FE97-4B7B-9E21-E389347C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66BD6F08-7AFC-403D-907D-0B31999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FE7B0B75-0934-462A-95F8-F01AFDE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B4B0D971-B2A6-434C-B4A7-2AE50DF5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C812504E-ED4A-4932-B44F-A52C8071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09C6BC2A-1A8E-4969-A5DD-8D2A488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971E7E54-79B5-49E2-823F-CC7D2E6F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5D7EA810-2912-4B18-9571-242E49B7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0BE4B70D-0179-4FA3-B461-FCE82A1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28219B21-E5F2-4964-8B78-FC89BB89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E766F20F-52FD-4348-AABD-A734FD52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B9439534-0946-4049-83EE-2CFFE881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D405C3A6-3B16-43C8-8706-73C53E2A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30BAF7AF-F7A0-4B5B-9F2B-FD9263D8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FD555EE5-180E-4A3E-888B-AA4B683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956794BB-8FAB-4CB7-AF80-9CAC65BF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94A45ABD-49BD-4866-8E8A-60B79A9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F5B59DF7-CFCB-440C-9B04-D146C10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9B5919DE-F9AF-44D9-BC1B-972945C0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756CE157-DCE2-4FEE-8077-00E89AA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4E88A6C-36FA-4754-9D6F-E4C2318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8C33C3-F742-4F51-BE27-3A9FD1DA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A5DE57-D373-4710-98ED-77ECFE6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89207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5301062E-7898-4C30-A594-73DBBEB1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E94ED5-98FA-42CA-BDC8-C31BB61A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FA9F01D-DC08-41B3-B41A-60227D1A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42FCAAC7-E480-425C-8D14-17F67B07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B2F31409-99E3-49D2-A489-B96E280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1F0D3DD5-8DEA-4D18-AEA7-340A2E88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10.7910/DVN/U5DAEP.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CA1C2B84-0CBF-4F25-8246-0C462B6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37E9F42-78B2-4A72-B2C0-F944B96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DBC039F-A0D1-41D5-9127-C7C0EBA4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6E01884A-8D1A-47AE-955F-4375C01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A0A9727-B973-4ADE-9FBB-834E6126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3F5D32F-3CB4-4362-926E-B8BDAF6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7345FF3-6729-444F-92BE-A7F4022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B762B1-9B6B-47BB-A554-AFA71CF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70B508B-A9C3-4F55-A37A-8F27BF15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856011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84DB471-2D5B-41BD-AA7A-D0703E66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2FEC8-9A98-425B-8810-3233CF97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C10B31F-D1E6-402E-9001-F4F2E079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B176B421-8BC2-4FB6-BBB8-E843947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D6EFC5E6-8369-49B6-A8DA-B7B973E8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article's prediction target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9B44EBA9-7DEF-4580-98CB-3032613F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660497E2-B8C5-4C98-A974-7039341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05FB66AC-ADDD-4778-AC3E-F5DA019B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validation comparison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29935DFF-16C0-4B45-8340-51E9736A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59A7DDF9-A371-4E3D-93B1-FDEDC401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9DE8726B-8794-4202-ACFF-E87F3BE1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Implement the honest resampling unit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15904424-8622-4A9E-B33D-FB53570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5B8C2771-9D50-46BE-A464-0ADB5D1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A77EE666-2FD3-4BE4-A1F9-401198A6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leaked alternative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B4A247ED-8CC3-4785-A2DA-E435119A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E888FFFA-FAD8-462D-ADF8-B609BEF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0F4FBEFA-CEA0-45D0-8A76-3970371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Quantify and explain the optimism gap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FBD976-A49D-4E5C-88A5-AFA264F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386047-8C33-424C-B663-3295D55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FFF8B59-8274-4AB8-A61C-89C2359E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842125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171F95ED-A83B-4E3E-8214-CA19F8B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683D77FF-C6F4-465B-BC8E-609DD2E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3E7FCB35-2682-4724-AA7B-9E6D6D6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39DDF1B0-6268-4F97-A193-D9271B9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AEF1B53-004A-44BB-8842-27C74BA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FB4BE8-CB5C-495E-8D3A-1A9BE1C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5F69A1D-E5BF-4116-A19F-C9971FC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92794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2D00C90-7B52-4FD0-9ECB-F753300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16A69-E536-4AE0-A0E5-CDDCFEE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CEEA536-ED52-4C0D-92E7-A659392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F1B2966E-1F0B-4CCC-AC21-DBF2EB85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19148521-4525-443B-AC00-E7E197EC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6DF40EE6-A3ED-4121-81D8-7784D84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FE627D32-B6C0-410B-9667-F9C020A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F9F13C01-DC55-45C2-8B2F-BFDC797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4BEBFF58-934B-4212-A543-0C7651D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86DA8B3C-121D-4AEE-B11E-4F68A086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6BD78FC4-AAB2-4994-84E4-19CC3046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1CDC82FD-0584-426E-8626-873A386F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139ABAB0-3D85-4D62-8356-6CA3A6D3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F7D1E5A-9DA9-499C-8C82-C0B57EB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C0FAE0-277D-4F3A-B492-B09DFA0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59EC57-D8ED-4C9B-8B32-0314C47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629203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03E7C45D-2F74-45A4-97A0-E3C9440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1C985473-63D0-46FE-8074-599AB4FB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560B10F3-B689-4479-8D1E-09AD8BA1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04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4854BD90-C871-48B3-8182-3B216C25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29D857C5-17D5-4DCE-8C73-83843AC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0EB2A7C7-8800-429A-84C3-79DE8429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3A41DD45-C06B-46C2-BFAC-59B94367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D10D89AF-FD93-4E09-A06C-72A5D93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A9346393-F5BD-4AC8-93C2-5DE26E35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4E554E19-7F9B-4916-B0DC-E2B0585B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835D33C5-A5E3-419D-BD6C-7F9AF9C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21223F21-F086-49CF-B802-A64EA57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73097154-BBAE-4F84-BA7F-2D222C1E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F256C492-1B53-46F3-B2A3-855EFAA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07916B-DC8D-4A22-BAB5-214AAF5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6DED76-F55D-494D-B213-65862E2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E3D58FD-6625-4F80-BB76-9B1574C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640720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2026-08-23T21:43:11.6490000Z</dcterms:created>
  <dcterms:modified xsi:type="dcterms:W3CDTF">2026-08-23T21:43:11.6490000Z</dcterms:modified>
</coreProperties>
</file>