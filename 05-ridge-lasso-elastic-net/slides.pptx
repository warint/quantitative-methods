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</m:t>
                        </m:r>
                        <m:r>
                          <m:rPr>
                            <m:sty m:val="p"/>
                          </m:rPr>
                          <m:t>i</m:t>
                        </m:r>
                        <m:r>
                          <m:rPr>
                            <m:sty m:val="p"/>
                          </m:rPr>
                          <m:t>a</m:t>
                        </m:r>
                        <m:r>
                          <m:rPr>
                            <m:sty m:val="p"/>
                          </m:rP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o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2026-08-20T20:45:00Z</dcterms:created>
  <dcterms:modified xsi:type="dcterms:W3CDTF">2026-08-20T20:45:00Z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