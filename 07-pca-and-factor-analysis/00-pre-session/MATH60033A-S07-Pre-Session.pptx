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8d4a9ea0ac4f29" /><Relationship Type="http://schemas.openxmlformats.org/officeDocument/2006/relationships/extended-properties" Target="/docProps/app.xml" Id="R0431cdeaa2284a3f" /><Relationship Type="http://schemas.openxmlformats.org/officeDocument/2006/relationships/officeDocument" Target="/ppt/presentation.xml" Id="R8bfd2bb17207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ca0629ffd40a0"/>
  </p:sldMasterIdLst>
  <p:notesMasterIdLst>
    <p:notesMasterId xmlns:r="http://schemas.openxmlformats.org/officeDocument/2006/relationships" r:id="R0dbcb21b41ac4c9f"/>
  </p:notesMasterIdLst>
  <p:sldIdLst>
    <p:sldId xmlns:r="http://schemas.openxmlformats.org/officeDocument/2006/relationships" id="256" r:id="R4c191ea385ed4901"/>
    <p:sldId xmlns:r="http://schemas.openxmlformats.org/officeDocument/2006/relationships" id="257" r:id="R2c28be1681104dbd"/>
    <p:sldId xmlns:r="http://schemas.openxmlformats.org/officeDocument/2006/relationships" id="258" r:id="R1dee19f0269d4291"/>
    <p:sldId xmlns:r="http://schemas.openxmlformats.org/officeDocument/2006/relationships" id="259" r:id="Re2e465a280cd4b3a"/>
    <p:sldId xmlns:r="http://schemas.openxmlformats.org/officeDocument/2006/relationships" id="260" r:id="R5f3262088a0d4bcf"/>
    <p:sldId xmlns:r="http://schemas.openxmlformats.org/officeDocument/2006/relationships" id="261" r:id="Rff440ad8112f4cbf"/>
    <p:sldId xmlns:r="http://schemas.openxmlformats.org/officeDocument/2006/relationships" id="262" r:id="R3927d1ccda844f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441b3e13b40e1" /><Relationship Type="http://schemas.openxmlformats.org/officeDocument/2006/relationships/slideMaster" Target="/ppt/slideMasters/slideMaster1.xml" Id="Rf7cca0629ffd40a0" /><Relationship Type="http://schemas.openxmlformats.org/officeDocument/2006/relationships/notesMaster" Target="/ppt/notesMasters/notesMaster1.xml" Id="R0dbcb21b41ac4c9f" /><Relationship Type="http://schemas.openxmlformats.org/officeDocument/2006/relationships/presProps" Target="/ppt/presProps.xml" Id="R0c21e2ad6c1a47e5" /><Relationship Type="http://schemas.openxmlformats.org/officeDocument/2006/relationships/tableStyles" Target="/ppt/tableStyles.xml" Id="Ra59e56798ed844d2" /><Relationship Type="http://schemas.openxmlformats.org/officeDocument/2006/relationships/slide" Target="/ppt/slides/slide1.xml" Id="R4c191ea385ed4901" /><Relationship Type="http://schemas.openxmlformats.org/officeDocument/2006/relationships/slide" Target="/ppt/slides/slide2.xml" Id="R2c28be1681104dbd" /><Relationship Type="http://schemas.openxmlformats.org/officeDocument/2006/relationships/slide" Target="/ppt/slides/slide3.xml" Id="R1dee19f0269d4291" /><Relationship Type="http://schemas.openxmlformats.org/officeDocument/2006/relationships/slide" Target="/ppt/slides/slide4.xml" Id="Re2e465a280cd4b3a" /><Relationship Type="http://schemas.openxmlformats.org/officeDocument/2006/relationships/slide" Target="/ppt/slides/slide5.xml" Id="R5f3262088a0d4bcf" /><Relationship Type="http://schemas.openxmlformats.org/officeDocument/2006/relationships/slide" Target="/ppt/slides/slide6.xml" Id="Rff440ad8112f4cbf" /><Relationship Type="http://schemas.openxmlformats.org/officeDocument/2006/relationships/slide" Target="/ppt/slides/slide7.xml" Id="R3927d1ccda84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6135163884e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aed8d69a840a2" /><Relationship Type="http://schemas.openxmlformats.org/officeDocument/2006/relationships/notesMaster" Target="/ppt/notesMasters/notesMaster1.xml" Id="Rdbe4abc7dc74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2d47494fd4a00" /><Relationship Type="http://schemas.openxmlformats.org/officeDocument/2006/relationships/notesMaster" Target="/ppt/notesMasters/notesMaster1.xml" Id="Rec7c7891ada6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0b48ef3584a2e" /><Relationship Type="http://schemas.openxmlformats.org/officeDocument/2006/relationships/notesMaster" Target="/ppt/notesMasters/notesMaster1.xml" Id="Rf1afc7e709914f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c7b6e1da0949af" /><Relationship Type="http://schemas.openxmlformats.org/officeDocument/2006/relationships/notesMaster" Target="/ppt/notesMasters/notesMaster1.xml" Id="Ra2e1e3775db34c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0d21c808a14293" /><Relationship Type="http://schemas.openxmlformats.org/officeDocument/2006/relationships/notesMaster" Target="/ppt/notesMasters/notesMaster1.xml" Id="R521d9b0883df4f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df3cb72ab427b" /><Relationship Type="http://schemas.openxmlformats.org/officeDocument/2006/relationships/notesMaster" Target="/ppt/notesMasters/notesMaster1.xml" Id="R887d410de18a42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5f52643c2a4c5f" /><Relationship Type="http://schemas.openxmlformats.org/officeDocument/2006/relationships/notesMaster" Target="/ppt/notesMasters/notesMaster1.xml" Id="Rf4b21d4e673846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If we abandon linearity, is interpretability recoverable?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the full-versus-reduced random-forest comparison, then add a tuned boosting benchmark and audit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the full-versus-reduced random-forest comparison, then add a tuned boosting benchmark and audit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07-trees-forests-boosting/00-pre-session/README.md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bf767a3e2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b467870283469d" /><Relationship Type="http://schemas.openxmlformats.org/officeDocument/2006/relationships/slideLayout" Target="/ppt/slideLayouts/slideLayout1.xml" Id="R7f2a3056f682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a3056f682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e50890f874058" /><Relationship Type="http://schemas.openxmlformats.org/officeDocument/2006/relationships/notesSlide" Target="/ppt/notesSlides/notesSlide1.xml" Id="R2c3b86b00cdc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faf19298747f9" /><Relationship Type="http://schemas.openxmlformats.org/officeDocument/2006/relationships/notesSlide" Target="/ppt/notesSlides/notesSlide2.xml" Id="Rf272cbe9b7a64e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931a3011c4990" /><Relationship Type="http://schemas.openxmlformats.org/officeDocument/2006/relationships/notesSlide" Target="/ppt/notesSlides/notesSlide3.xml" Id="R2c0c7939791b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de8ca847c4466" /><Relationship Type="http://schemas.openxmlformats.org/officeDocument/2006/relationships/notesSlide" Target="/ppt/notesSlides/notesSlide4.xml" Id="Rc95a6405502d42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b0f83bbfb4042" /><Relationship Type="http://schemas.openxmlformats.org/officeDocument/2006/relationships/notesSlide" Target="/ppt/notesSlides/notesSlide5.xml" Id="R1d961f7c65a6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76175e15c4d95" /><Relationship Type="http://schemas.openxmlformats.org/officeDocument/2006/relationships/notesSlide" Target="/ppt/notesSlides/notesSlide6.xml" Id="R3251b82d86b2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b02f8f944740" /><Relationship Type="http://schemas.openxmlformats.org/officeDocument/2006/relationships/notesSlide" Target="/ppt/notesSlides/notesSlide7.xml" Id="R200d0c15b2f546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4D5C608-51AC-4A8A-9FE5-AEBC8305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07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D86761-BC69-4B62-B6FB-DCCA0F2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Trees, forests, and gradient boosting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6C08446A-67A1-4DEC-AE9F-F0EE04C7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C2006447-74C3-4D06-8C08-5226BF5E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16007D7-3D98-4C04-B03D-8F0A42BD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3" name="tree-edge-a-0"/>
          <p:cNvCxnSpPr/>
          <p:nvPr/>
        </p:nvCxnSpPr>
        <p:spPr>
          <a:xfrm xmlns:a="http://schemas.openxmlformats.org/drawingml/2006/main">
            <a:off x="844391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4" name="tree-edge-b-0"/>
          <p:cNvCxnSpPr/>
          <p:nvPr/>
        </p:nvCxnSpPr>
        <p:spPr>
          <a:xfrm xmlns:a="http://schemas.openxmlformats.org/drawingml/2006/main">
            <a:off x="903446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tree-edge-c-0"/>
          <p:cNvCxnSpPr/>
          <p:nvPr/>
        </p:nvCxnSpPr>
        <p:spPr>
          <a:xfrm xmlns:a="http://schemas.openxmlformats.org/drawingml/2006/main">
            <a:off x="812006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6" name="tree-edge-d-0"/>
          <p:cNvCxnSpPr/>
          <p:nvPr/>
        </p:nvCxnSpPr>
        <p:spPr>
          <a:xfrm xmlns:a="http://schemas.openxmlformats.org/drawingml/2006/main">
            <a:off x="844391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8BD5780-55CA-4962-A572-6CB4FFE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12001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61ED1EA6-318C-4455-826B-C17C8E9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79D62CDE-4FB6-472B-BC9C-86E98BF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49EA8CF3-4CE8-4DA6-A21A-6A3B78D4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D0EC358F-F2BA-4D00-B4AF-CD0BD422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60EC26A-C288-436E-AFF6-8AD98B65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244091-9FFA-43A6-812F-546D156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24BF79-29F2-4918-8A49-3BA70E1D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080262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D639308A-CD37-4FE2-B999-F6FC7EC3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F565B-00C2-46F2-B47C-FB7B57A5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6F28E40-29E2-4C0A-A6C9-05A3DC8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9FF9141D-46E8-49AB-A59D-53844852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E992F422-8EDB-4F6C-9B58-4C2D9A4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Amsili, van Es &amp; Schindelbeck (2025) — Soil Protein with Random Forests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16B1F2F7-D0F0-4632-8FBB-9FA2E7E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random forests compared with reduced and linear models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0DC41A7A-41C9-4A6A-904E-D359481B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https://doi.org/10.1080/00103624.2025.2454015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A819587F-43F6-42B4-ACF7-20871A6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11B106AA-47CA-47D2-93C7-9C1C500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https://doi.org/10.7910/DVN/HGBPCW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382789DA-E3B1-4658-BEC1-2E416658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8BDFEDDF-2E8B-4EC2-92E4-4D269AE0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F396DD38-E327-44EC-B80B-7BE09D9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65886E11-4040-4FFB-BB31-056093D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A1D963A6-0946-4DD0-967E-A23FAEE5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88019812-6DFF-4FAB-B1CA-13D33BBE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0D525A4F-2ED1-45EB-963E-8F57610F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EE1DB80D-3FE1-42CC-B4FD-34CC1BAD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BC779096-03D3-4061-B962-EDEF773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93889F0A-9A36-4F5E-A4D9-A92BF06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0B7768F6-FAB6-4676-9D0E-F3FF7327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F3948D58-06B5-4A77-B99A-8C081ACF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7E00FB1-7057-49A0-B035-3E33A2E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26D54E-938E-4335-8711-9F4673A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55C9E9D-4F9F-4AD6-9155-F931477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1698210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8CDA665-765A-4BCE-8757-BC01D40B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6D9F74-4A79-4E80-8E2C-E9D11E9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B268FE4-74D4-41CC-AE4A-1356BB9E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D830C254-51CC-4632-B84F-5EF47CAE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3D82AAAA-035E-4354-8A8A-D48EB8D7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Amsili, van Es &amp; Schindelbeck (2025) — Soil Protein with Random Forests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C5E2BD2C-F425-4594-B957-25317E0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random forests compared with reduced and linear models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AEDA872B-6145-4875-B3A9-2973F3FD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https://doi.org/10.1080/00103624.2025.2454015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2292C334-7CE5-450F-AEBE-04278FF8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274D8D57-317A-4C51-9A44-B236098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10.7910/DVN/HGBPCW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9177600A-B880-45F9-935B-F6A704A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open training workbook, article PDF, and model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2E41CA9F-8A0E-4DD1-9D2A-59A711F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https://doi.org/10.7910/DVN/HGBPCW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644B5964-164C-4A20-9A44-49C8F47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ED82C4DC-C678-4338-8C70-5D7557D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tree-based methods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D4464B09-3054-42E5-B120-D9CF9A8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explanation of trees, forests, and boosting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B2A4B9ED-4779-472B-9E94-194E8FB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C8A4A7A-09B0-4DC5-AA10-EE901182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1A84F3-8A6F-4983-B860-0F44478E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13EBA7-E9BB-4EA8-B201-E861118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889094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E9A3531-EA1D-4E5A-9D4C-E6C9037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9356DC-DFE4-4715-8EBA-14B32EB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273D7B-547D-496A-AAC7-30628E1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8F65323B-59C1-4094-88FA-AFD9292F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C1C4AED0-1E89-44C3-83ED-23ABB1B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many sequential splits a path can contain.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264FFE47-CAD6-4931-9D39-21DF664B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0895B578-9C54-40F9-B763-4410B94D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562FEFAF-6140-48F0-BDB6-352BCB2E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models on resampled data and average them.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B096CF6B-ECDB-4FF2-819E-131E942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976ED496-5DB3-4345-B34C-1B992D4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Learning rate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354891EB-1EB7-41A7-A824-E7C70B0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size of each boosting correction.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385CC240-798F-4143-BC87-984DB44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D06B1C-59B4-4C34-B52D-114A98E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1ACB96-3056-4107-B2CF-F054B9EA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F1D73F7-0A82-407D-93C5-02873691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505823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1913308-7F4C-42DC-AE67-9472563B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44C839-B66F-4876-B144-E1CD1EF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9841F9-3D8D-4805-BE1F-94D9F3B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DA8828B6-38B9-412F-934F-28B09E8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92B70CD8-871D-4FBE-A827-E81B256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10.7910/DVN/HGBPCW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09B87250-3292-4E54-85C8-A12C262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0.6 MB training workbook and article PDF before class; saved R model files are optional.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BC25A762-BBE1-411C-986C-BD79010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361EFABF-03EF-430B-AB35-DDB24BB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Desktop/quantitative-methods/07-trees-forests-boosting/data/replication/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FFF3E2-16C6-488B-9E86-ABB311E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22DD864-108E-4A21-B119-45F1DCE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3A4C24C-3DF8-4B58-914C-BE3D929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A6843F-A582-4F14-92F5-2B9718E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A5E7CEC-2DDB-4781-AC6B-37EF5622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60F63F21-1D62-4A14-B601-243FCAB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6E45682-EE8A-4E90-80F0-16FDD8C4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E0DEBC-B927-4A11-96E7-D18BDA4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D86539B-217A-495D-A1EB-A4FEF45A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259686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A41BC14-B6EA-43FB-960C-B62A79A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58E59-7805-4E60-987E-969683C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F1EE678-D91A-4B2B-ADDF-65200BCF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D255A371-E0D0-4A92-93C0-510632E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37D23D20-4550-4BAD-AAF1-282D2DF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does bagging reduce variance?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B60F1423-CD79-440A-8662-69385F5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87F1F28B-D38C-4C5A-A905-DB7D514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00E752C2-0178-4A09-8B32-798AB9F9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de-correlates forest trees?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A15820DB-3E14-4C43-BD9E-2CEB521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D6D86370-7B32-4DAA-8678-F3ADA2D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B5F282F3-CFE6-405D-A7C1-B9ADE86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can importance be biased?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F6C32A6B-AF71-4C55-B032-24FE28D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89BD6EC-C90F-40E3-BC4A-0F698B3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74B1598-22FE-4DBF-A1F1-A67D25D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F3525D7-628F-4992-B289-81DA1ED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1988974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F9529CF7-A311-41A1-A9C1-E2613AB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236A4D7B-81EE-4EA0-90EA-F50FB02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07?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CC19F617-5417-4CCD-9D15-54DE1F8F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5D167B28-4B37-4070-A856-752536DB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4DCBE31E-821B-46EC-B11D-7352AF8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C0563B25-116B-468C-A0A3-023219E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12B26D8B-7042-4AAC-8DAC-41B145DC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8467092B-A7F5-4718-9D3F-667A60B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9264FBD0-54AE-4E78-9394-26D88159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7F492149-3DBF-43FC-AA5A-A5BAB4D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F6C4969D-CBAB-4CE4-8429-89765981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E02AE77D-FCBD-41DE-A7F3-7ADF089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9C239A5C-31BF-4829-8E28-EACF0E6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E3ABB05-E85E-4211-9AAA-D940924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462024-A918-4C78-9262-072DD81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564373D-195A-4332-8D4D-5681484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790900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2026-08-23T21:43:00.6630000Z</dcterms:created>
  <dcterms:modified xsi:type="dcterms:W3CDTF">2026-08-23T21:43:00.6630000Z</dcterms:modified>
</coreProperties>
</file>