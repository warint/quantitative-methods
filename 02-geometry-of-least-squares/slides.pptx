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practice session.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 on the </a:t>
            </a:r>
            <a:r>
              <a:rPr b="1"/>
              <a:t>practice data</a:t>
            </a:r>
            <a:r>
              <a:rPr/>
              <a:t> — projects arrive in Session 04. The last twenty minutes assemble the answers.</a:t>
            </a:r>
          </a:p>
          <a:p>
            <a:pPr lvl="0" indent="0" marL="0">
              <a:buNone/>
            </a:pPr>
            <a:r>
              <a:rPr/>
              <a:t>How projects work, and what arrives in Session 04: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 b="1"/>
              <a:t>Every member</a:t>
            </a:r>
            <a:r>
              <a:rPr/>
              <a:t> commits and pushes from their own machine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2026-08-20T20:44:56Z</dcterms:created>
  <dcterms:modified xsi:type="dcterms:W3CDTF">2026-08-20T20:44:56Z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