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185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20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latin typeface="Courier"/>
              </a:rPr>
              <a:t>XX</a:t>
            </a:r>
            <a:r>
              <a:rPr/>
              <a:t> means </a:t>
            </a:r>
            <a:r>
              <a:rPr i="1"/>
              <a:t>your group number</a:t>
            </a:r>
          </a:p>
        </p:txBody>
      </p:sp>
      <p:sp>
        <p:nvSpPr>
          <p:cNvPr id="4" name="Text Placeholder 3"/>
          <p:cNvSpPr>
            <a:spLocks noGrp="1"/>
          </p:cNvSpPr>
          <p:nvPr>
            <p:ph idx="2" sz="half" type="body"/>
          </p:nvPr>
        </p:nvSpPr>
        <p:spPr/>
        <p:txBody>
          <a:bodyPr/>
          <a:lstStyle/>
          <a:p>
            <a:pPr lvl="0" indent="0" marL="0">
              <a:buNone/>
            </a:pPr>
            <a:r>
              <a:rPr/>
              <a:t>Wherever a command on these slides shows </a:t>
            </a:r>
            <a:r>
              <a:rPr b="1">
                <a:latin typeface="Courier"/>
              </a:rPr>
              <a:t>XX</a:t>
            </a:r>
            <a:r>
              <a:rPr/>
              <a:t>, type your own two-digit group number instead.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If you are</a:t>
                      </a:r>
                    </a:p>
                  </a:txBody>
                  <a:tcPr/>
                </a:tc>
                <a:tc>
                  <a:txBody>
                    <a:bodyPr/>
                    <a:lstStyle/>
                    <a:p>
                      <a:pPr lvl="0" indent="0" marL="0">
                        <a:buNone/>
                      </a:pPr>
                      <a:r>
                        <a:rPr/>
                        <a:t>you type</a:t>
                      </a:r>
                    </a:p>
                  </a:txBody>
                  <a:tcPr/>
                </a:tc>
              </a:tr>
              <a:tr h="0">
                <a:tc>
                  <a:txBody>
                    <a:bodyPr/>
                    <a:lstStyle/>
                    <a:p>
                      <a:pPr lvl="0" indent="0" marL="0">
                        <a:buNone/>
                      </a:pPr>
                      <a:r>
                        <a:rPr/>
                        <a:t>Group 1</a:t>
                      </a:r>
                    </a:p>
                  </a:txBody>
                </a:tc>
                <a:tc>
                  <a:txBody>
                    <a:bodyPr/>
                    <a:lstStyle/>
                    <a:p>
                      <a:pPr lvl="0" indent="0" marL="0">
                        <a:buNone/>
                      </a:pPr>
                      <a:r>
                        <a:rPr>
                          <a:latin typeface="Courier"/>
                        </a:rPr>
                        <a:t>group-01</a:t>
                      </a:r>
                    </a:p>
                  </a:txBody>
                </a:tc>
              </a:tr>
              <a:tr h="0">
                <a:tc>
                  <a:txBody>
                    <a:bodyPr/>
                    <a:lstStyle/>
                    <a:p>
                      <a:pPr lvl="0" indent="0" marL="0">
                        <a:buNone/>
                      </a:pPr>
                      <a:r>
                        <a:rPr/>
                        <a:t>Group 7</a:t>
                      </a:r>
                    </a:p>
                  </a:txBody>
                </a:tc>
                <a:tc>
                  <a:txBody>
                    <a:bodyPr/>
                    <a:lstStyle/>
                    <a:p>
                      <a:pPr lvl="0" indent="0" marL="0">
                        <a:buNone/>
                      </a:pPr>
                      <a:r>
                        <a:rPr>
                          <a:latin typeface="Courier"/>
                        </a:rPr>
                        <a:t>group-07</a:t>
                      </a:r>
                    </a:p>
                  </a:txBody>
                </a:tc>
              </a:tr>
              <a:tr h="0">
                <a:tc>
                  <a:txBody>
                    <a:bodyPr/>
                    <a:lstStyle/>
                    <a:p>
                      <a:pPr lvl="0" indent="0" marL="0">
                        <a:buNone/>
                      </a:pPr>
                      <a:r>
                        <a:rPr/>
                        <a:t>Group 10</a:t>
                      </a:r>
                    </a:p>
                  </a:txBody>
                </a:tc>
                <a:tc>
                  <a:txBody>
                    <a:bodyPr/>
                    <a:lstStyle/>
                    <a:p>
                      <a:pPr lvl="0" indent="0" marL="0">
                        <a:buNone/>
                      </a:pPr>
                      <a:r>
                        <a:rPr>
                          <a:latin typeface="Courier"/>
                        </a:rPr>
                        <a:t>group-10</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Never type the letters </a:t>
            </a:r>
            <a:r>
              <a:rPr>
                <a:latin typeface="Courier"/>
              </a:rPr>
              <a:t>XX</a:t>
            </a:r>
            <a:r>
              <a:rPr/>
              <a:t>. Every example from here on uses </a:t>
            </a:r>
            <a:r>
              <a:rPr b="1"/>
              <a:t>group 07</a:t>
            </a:r>
            <a:r>
              <a:rPr/>
              <a:t> — substitute your own.</a:t>
            </a:r>
          </a:p>
          <a:p>
            <a:pPr lvl="0" indent="0" marL="0">
              <a:buNone/>
            </a:pPr>
            <a:r>
              <a:rPr/>
              <a:t>You get your group number in Session 01. Do not guess 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GitHub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do not create a repository</a:t>
            </a:r>
          </a:p>
        </p:txBody>
      </p:sp>
      <p:sp>
        <p:nvSpPr>
          <p:cNvPr id="3" name="Content Placeholder 2"/>
          <p:cNvSpPr>
            <a:spLocks noGrp="1"/>
          </p:cNvSpPr>
          <p:nvPr>
            <p:ph idx="1"/>
          </p:nvPr>
        </p:nvSpPr>
        <p:spPr/>
        <p:txBody>
          <a:bodyPr/>
          <a:lstStyle/>
          <a:p>
            <a:pPr lvl="0" indent="0" marL="0">
              <a:buNone/>
            </a:pPr>
            <a:r>
              <a:rPr/>
              <a:t>There is </a:t>
            </a:r>
            <a:r>
              <a:rPr b="1"/>
              <a:t>one repository for the whole course</a:t>
            </a:r>
            <a:r>
              <a:rPr/>
              <a:t> — the one you downloaded as a ZIP in Session 01.</a:t>
            </a:r>
          </a:p>
          <a:p>
            <a:pPr lvl="0"/>
            <a:r>
              <a:rPr>
                <a:latin typeface="Courier"/>
              </a:rPr>
              <a:t>main</a:t>
            </a:r>
            <a:r>
              <a:rPr/>
              <a:t> is the instructor’s branch. You never push to it.</a:t>
            </a:r>
          </a:p>
          <a:p>
            <a:pPr lvl="0"/>
            <a:r>
              <a:rPr/>
              <a:t>Your group gets </a:t>
            </a:r>
            <a:r>
              <a:rPr b="1"/>
              <a:t>one branch</a:t>
            </a:r>
            <a:r>
              <a:rPr/>
              <a:t>, </a:t>
            </a:r>
            <a:r>
              <a:rPr>
                <a:latin typeface="Courier"/>
              </a:rPr>
              <a:t>group-NN</a:t>
            </a:r>
            <a:r>
              <a:rPr/>
              <a:t> — your own number.</a:t>
            </a:r>
          </a:p>
          <a:p>
            <a:pPr lvl="0"/>
            <a:r>
              <a:rPr/>
              <a:t>Everything your group produces is committed there.</a:t>
            </a:r>
          </a:p>
          <a:p>
            <a:pPr lvl="0" indent="0" marL="0">
              <a:buNone/>
            </a:pPr>
            <a:r>
              <a:rPr b="1"/>
              <a:t>Send your GitHub username to me.</a:t>
            </a:r>
            <a:r>
              <a:rPr/>
              <a:t> I add you as a collaborator by hand. You cannot push until I have.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your work goes</a:t>
            </a:r>
          </a:p>
        </p:txBody>
      </p:sp>
      <p:sp>
        <p:nvSpPr>
          <p:cNvPr id="3" name="Content Placeholder 2"/>
          <p:cNvSpPr>
            <a:spLocks noGrp="1"/>
          </p:cNvSpPr>
          <p:nvPr>
            <p:ph idx="1"/>
          </p:nvPr>
        </p:nvSpPr>
        <p:spPr/>
        <p:txBody>
          <a:bodyPr/>
          <a:lstStyle/>
          <a:p>
            <a:pPr lvl="0" indent="0">
              <a:buNone/>
            </a:pPr>
            <a:r>
              <a:rPr>
                <a:latin typeface="Courier"/>
              </a:rPr>
              <a:t>github.com/warint/quantitative-methods
│
├── main         ← mine
├── group-01
├── group-02
└── group-07     ← yours (your own number)</a:t>
            </a:r>
          </a:p>
          <a:p>
            <a:pPr lvl="0" indent="0" marL="0">
              <a:buNone/>
            </a:pPr>
            <a:r>
              <a:rPr/>
              <a:t>Deliverables live in the session folder:</a:t>
            </a:r>
          </a:p>
          <a:p>
            <a:pPr lvl="0" indent="0">
              <a:buNone/>
            </a:pPr>
            <a:r>
              <a:rPr>
                <a:latin typeface="Courier"/>
              </a:rPr>
              <a:t>NN-session-name/02-lab/submissions/group-07/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one repository</a:t>
            </a:r>
          </a:p>
        </p:txBody>
      </p:sp>
      <p:sp>
        <p:nvSpPr>
          <p:cNvPr id="3" name="Content Placeholder 2"/>
          <p:cNvSpPr>
            <a:spLocks noGrp="1"/>
          </p:cNvSpPr>
          <p:nvPr>
            <p:ph idx="1"/>
          </p:nvPr>
        </p:nvSpPr>
        <p:spPr/>
        <p:txBody>
          <a:bodyPr/>
          <a:lstStyle/>
          <a:p>
            <a:pPr lvl="0" indent="0" marL="0">
              <a:buNone/>
            </a:pPr>
            <a:r>
              <a:rPr/>
              <a:t>Your commit history is one of four records used to check that all three of you did the work, and </a:t>
            </a:r>
            <a:r>
              <a:rPr>
                <a:latin typeface="Courier"/>
              </a:rPr>
              <a:t>scripts/assess.py contributions</a:t>
            </a:r>
            <a:r>
              <a:rPr/>
              <a:t> reads it </a:t>
            </a:r>
            <a:r>
              <a:rPr b="1"/>
              <a:t>from this repository</a:t>
            </a:r>
            <a:r>
              <a:rPr/>
              <a:t>.</a:t>
            </a:r>
          </a:p>
          <a:p>
            <a:pPr lvl="0" indent="0" marL="0">
              <a:buNone/>
            </a:pPr>
            <a:r>
              <a:rPr/>
              <a:t>Work pushed anywhere else is invisible to it — and invisible work counts as work you did not do.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Connecting 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the course repository</a:t>
            </a:r>
          </a:p>
        </p:txBody>
      </p:sp>
      <p:sp>
        <p:nvSpPr>
          <p:cNvPr id="3" name="Content Placeholder 2"/>
          <p:cNvSpPr>
            <a:spLocks noGrp="1"/>
          </p:cNvSpPr>
          <p:nvPr>
            <p:ph idx="1"/>
          </p:nvPr>
        </p:nvSpPr>
        <p:spPr/>
        <p:txBody>
          <a:bodyPr/>
          <a:lstStyle/>
          <a:p>
            <a:pPr lvl="0" indent="0" marL="0">
              <a:buNone/>
            </a:pPr>
            <a:r>
              <a:rPr/>
              <a:t>This </a:t>
            </a:r>
            <a:r>
              <a:rPr b="1"/>
              <a:t>replaces</a:t>
            </a:r>
            <a:r>
              <a:rPr/>
              <a:t> the Session 01 ZIP. Delete the unzipped folder after, so you cannot edit the wrong copy.</a:t>
            </a:r>
          </a:p>
          <a:p>
            <a:pPr lvl="0" indent="0" marL="0">
              <a:buNone/>
            </a:pPr>
            <a:r>
              <a:rPr/>
              <a:t>VS Codium terminal</a:t>
            </a:r>
          </a:p>
          <a:p>
            <a:pPr lvl="0" indent="0">
              <a:buNone/>
            </a:pPr>
            <a:r>
              <a:rPr>
                <a:solidFill>
                  <a:srgbClr val="06287E"/>
                </a:solidFill>
                <a:latin typeface="Courier"/>
              </a:rPr>
              <a:t>git</a:t>
            </a:r>
            <a:r>
              <a:rPr>
                <a:latin typeface="Courier"/>
              </a:rPr>
              <a:t> clone https://github.com/warint/quantitative-methods.git qmib</a:t>
            </a:r>
            <a:br/>
            <a:r>
              <a:rPr>
                <a:solidFill>
                  <a:srgbClr val="008000"/>
                </a:solidFill>
                <a:latin typeface="Courier"/>
              </a:rPr>
              <a:t>cd</a:t>
            </a:r>
            <a:r>
              <a:rPr>
                <a:latin typeface="Courier"/>
              </a:rPr>
              <a:t> qmib</a:t>
            </a:r>
          </a:p>
          <a:p>
            <a:pPr lvl="0" indent="0" marL="0">
              <a:buNone/>
            </a:pPr>
            <a:r>
              <a:rPr/>
              <a:t>Then </a:t>
            </a:r>
            <a:r>
              <a:rPr>
                <a:latin typeface="Courier"/>
              </a:rPr>
              <a:t>File → Open Folder…</a:t>
            </a:r>
            <a:r>
              <a:rPr/>
              <a:t> and choose </a:t>
            </a:r>
            <a:r>
              <a:rPr>
                <a:latin typeface="Courier"/>
              </a:rPr>
              <a:t>qmib</a:t>
            </a:r>
            <a:r>
              <a:rPr/>
              <a:t>.</a:t>
            </a:r>
          </a:p>
          <a:p>
            <a:pPr lvl="0" indent="0" marL="0">
              <a:buNone/>
            </a:pPr>
            <a:r>
              <a:rPr/>
              <a:t>Rebuild the environment inside the clone — </a:t>
            </a:r>
            <a:r>
              <a:rPr>
                <a:latin typeface="Courier"/>
              </a:rPr>
              <a:t>python3 -m venv .venv</a:t>
            </a:r>
            <a:r>
              <a:rPr/>
              <a:t>, activate, </a:t>
            </a:r>
            <a:r>
              <a:rPr>
                <a:latin typeface="Courier"/>
              </a:rPr>
              <a:t>pip install -r requirements.txt</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 · on your group branch</a:t>
            </a:r>
          </a:p>
          <a:p>
            <a:pPr lvl="0" indent="0">
              <a:buNone/>
            </a:pPr>
            <a:r>
              <a:rPr i="1">
                <a:solidFill>
                  <a:srgbClr val="60A0B0"/>
                </a:solidFill>
                <a:latin typeface="Courier"/>
              </a:rPr>
              <a:t># group 07 shown — use your own number</a:t>
            </a:r>
            <a:br/>
            <a:r>
              <a:rPr>
                <a:solidFill>
                  <a:srgbClr val="06287E"/>
                </a:solidFill>
                <a:latin typeface="Courier"/>
              </a:rPr>
              <a:t>mkdir</a:t>
            </a:r>
            <a:r>
              <a:rPr>
                <a:latin typeface="Courier"/>
              </a:rPr>
              <a:t> </a:t>
            </a:r>
            <a:r>
              <a:rPr>
                <a:solidFill>
                  <a:srgbClr val="7D9029"/>
                </a:solidFill>
                <a:latin typeface="Courier"/>
              </a:rPr>
              <a:t>-p</a:t>
            </a:r>
            <a:r>
              <a:rPr>
                <a:latin typeface="Courier"/>
              </a:rPr>
              <a:t> 02-geometry-of-least-squares/02-lab/submissions/group-07</a:t>
            </a:r>
            <a:br/>
            <a:r>
              <a:rPr>
                <a:solidFill>
                  <a:srgbClr val="008000"/>
                </a:solidFill>
                <a:latin typeface="Courier"/>
              </a:rPr>
              <a:t>echo</a:t>
            </a:r>
            <a:r>
              <a:rPr>
                <a:latin typeface="Courier"/>
              </a:rPr>
              <a:t> </a:t>
            </a:r>
            <a:r>
              <a:rPr>
                <a:solidFill>
                  <a:srgbClr val="4070A0"/>
                </a:solidFill>
                <a:latin typeface="Courier"/>
              </a:rPr>
              <a:t>"# Group 07"</a:t>
            </a:r>
            <a:r>
              <a:rPr>
                <a:latin typeface="Courier"/>
              </a:rPr>
              <a:t> </a:t>
            </a:r>
            <a:r>
              <a:rPr>
                <a:solidFill>
                  <a:srgbClr val="666666"/>
                </a:solidFill>
                <a:latin typeface="Courier"/>
              </a:rPr>
              <a:t>&gt;</a:t>
            </a:r>
            <a:r>
              <a:rPr>
                <a:latin typeface="Courier"/>
              </a:rPr>
              <a:t> </a:t>
            </a:r>
            <a:r>
              <a:rPr>
                <a:solidFill>
                  <a:srgbClr val="902000"/>
                </a:solidFill>
                <a:latin typeface="Courier"/>
              </a:rPr>
              <a:t>\</a:t>
            </a:r>
            <a:br/>
            <a:r>
              <a:rPr>
                <a:latin typeface="Courier"/>
              </a:rPr>
              <a:t>  02-geometry-of-least-squares/02-lab/submissions/group-07/NOTES.md</a:t>
            </a:r>
            <a:br/>
            <a:br/>
            <a:r>
              <a:rPr>
                <a:solidFill>
                  <a:srgbClr val="06287E"/>
                </a:solidFill>
                <a:latin typeface="Courier"/>
              </a:rPr>
              <a:t>git</a:t>
            </a:r>
            <a:r>
              <a:rPr>
                <a:latin typeface="Courier"/>
              </a:rPr>
              <a:t> add 02-geometry-of-least-squares/02-lab/submissions/group-07/</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07 notes"</a:t>
            </a:r>
            <a:br/>
            <a:r>
              <a:rPr>
                <a:solidFill>
                  <a:srgbClr val="06287E"/>
                </a:solidFill>
                <a:latin typeface="Courier"/>
              </a:rPr>
              <a:t>git</a:t>
            </a:r>
            <a:r>
              <a:rPr>
                <a:latin typeface="Courier"/>
              </a:rPr>
              <a:t> push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just happened</a:t>
            </a:r>
          </a:p>
        </p:txBody>
      </p:sp>
      <p:sp>
        <p:nvSpPr>
          <p:cNvPr id="3" name="Content Placeholder 2"/>
          <p:cNvSpPr>
            <a:spLocks noGrp="1"/>
          </p:cNvSpPr>
          <p:nvPr>
            <p:ph idx="1"/>
          </p:nvPr>
        </p:nvSpPr>
        <p:spPr/>
        <p:txBody>
          <a:bodyPr/>
          <a:lstStyle/>
          <a:p>
            <a:pPr lvl="0" indent="0" marL="0">
              <a:buNone/>
            </a:pPr>
            <a:r>
              <a:rPr/>
              <a:t>Refresh the repository page, switch to your group’s branch, and the file is there.</a:t>
            </a:r>
          </a:p>
          <a:p>
            <a:pPr lvl="0" indent="0" marL="0">
              <a:buNone/>
            </a:pPr>
            <a:r>
              <a:rPr/>
              <a:t>Edit locally → commit → push → visible to your group. Everything this term is a variation on that loop.</a:t>
            </a:r>
          </a:p>
          <a:p>
            <a:pPr lvl="0" indent="0" marL="0">
              <a:buNone/>
            </a:pPr>
            <a:r>
              <a:rPr/>
              <a:t>Write </a:t>
            </a:r>
            <a:r>
              <a:rPr b="1"/>
              <a:t>only inside your own </a:t>
            </a:r>
            <a:r>
              <a:rPr b="1">
                <a:latin typeface="Courier"/>
              </a:rPr>
              <a:t>submissions/group-NN/</a:t>
            </a:r>
            <a:r>
              <a:rPr b="1"/>
              <a:t> folder.</a:t>
            </a:r>
            <a:r>
              <a:rPr/>
              <a:t> Never edit the course files or the top-level </a:t>
            </a:r>
            <a:r>
              <a:rPr>
                <a:latin typeface="Courier"/>
              </a:rPr>
              <a:t>README.md</a:t>
            </a:r>
            <a:r>
              <a:rPr/>
              <a:t> — those are mine, and </a:t>
            </a:r>
            <a:r>
              <a:rPr>
                <a:latin typeface="Courier"/>
              </a:rPr>
              <a:t>main</a:t>
            </a:r>
            <a:r>
              <a:rPr/>
              <a:t> is protected.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Working together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group-07      </a:t>
            </a:r>
            <a:r>
              <a:rPr i="1">
                <a:solidFill>
                  <a:srgbClr val="60A0B0"/>
                </a:solidFill>
                <a:latin typeface="Courier"/>
              </a:rPr>
              <a:t># your group's branch</a:t>
            </a:r>
            <a:br/>
            <a:r>
              <a:rPr>
                <a:solidFill>
                  <a:srgbClr val="06287E"/>
                </a:solidFill>
                <a:latin typeface="Courier"/>
              </a:rPr>
              <a:t>git</a:t>
            </a:r>
            <a:r>
              <a:rPr>
                <a:latin typeface="Courier"/>
              </a:rPr>
              <a:t> pull                   </a:t>
            </a:r>
            <a:r>
              <a:rPr i="1">
                <a:solidFill>
                  <a:srgbClr val="60A0B0"/>
                </a:solidFill>
                <a:latin typeface="Courier"/>
              </a:rPr>
              <a:t># take teammates' work first</a:t>
            </a:r>
            <a:br/>
            <a:r>
              <a:rPr i="1">
                <a:solidFill>
                  <a:srgbClr val="60A0B0"/>
                </a:solidFill>
                <a:latin typeface="Courier"/>
              </a:rPr>
              <a:t># ... work, commit ...</a:t>
            </a:r>
            <a:br/>
            <a:r>
              <a:rPr>
                <a:solidFill>
                  <a:srgbClr val="06287E"/>
                </a:solidFill>
                <a:latin typeface="Courier"/>
              </a:rPr>
              <a:t>git</a:t>
            </a:r>
            <a:r>
              <a:rPr>
                <a:latin typeface="Courier"/>
              </a:rPr>
              <a:t> push</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Everyone pushes</a:t>
            </a:r>
          </a:p>
        </p:txBody>
      </p:sp>
      <p:sp>
        <p:nvSpPr>
          <p:cNvPr id="3" name="Content Placeholder 2"/>
          <p:cNvSpPr>
            <a:spLocks noGrp="1"/>
          </p:cNvSpPr>
          <p:nvPr>
            <p:ph idx="1"/>
          </p:nvPr>
        </p:nvSpPr>
        <p:spPr/>
        <p:txBody>
          <a:bodyPr/>
          <a:lstStyle/>
          <a:p>
            <a:pPr lvl="0" indent="0" marL="0">
              <a:buNone/>
            </a:pPr>
            <a:r>
              <a:rPr/>
              <a:t>There are </a:t>
            </a:r>
            <a:r>
              <a:rPr b="1"/>
              <a:t>no assigned roles</a:t>
            </a:r>
            <a:r>
              <a:rPr/>
              <a:t>. Work on the lab together — and all three of you commit and push from your own machine, every week.</a:t>
            </a:r>
          </a:p>
          <a:p>
            <a:pPr lvl="0" indent="0" marL="0">
              <a:buNone/>
            </a:pPr>
            <a:r>
              <a:rPr/>
              <a:t>VS Codium terminal · on your group branch</a:t>
            </a:r>
          </a:p>
          <a:p>
            <a:pPr lvl="0" indent="0">
              <a:buNone/>
            </a:pPr>
            <a:r>
              <a:rPr>
                <a:solidFill>
                  <a:srgbClr val="06287E"/>
                </a:solidFill>
                <a:latin typeface="Courier"/>
              </a:rPr>
              <a:t>git</a:t>
            </a:r>
            <a:r>
              <a:rPr>
                <a:latin typeface="Courier"/>
              </a:rPr>
              <a:t> add </a:t>
            </a:r>
            <a:r>
              <a:rPr>
                <a:solidFill>
                  <a:srgbClr val="7D9029"/>
                </a:solidFill>
                <a:latin typeface="Courier"/>
              </a:rPr>
              <a:t>-A</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push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grid</a:t>
            </a:r>
          </a:p>
        </p:txBody>
      </p:sp>
      <p:sp>
        <p:nvSpPr>
          <p:cNvPr id="3" name="Content Placeholder 2"/>
          <p:cNvSpPr>
            <a:spLocks noGrp="1"/>
          </p:cNvSpPr>
          <p:nvPr>
            <p:ph idx="1"/>
          </p:nvPr>
        </p:nvSpPr>
        <p:spPr/>
        <p:txBody>
          <a:bodyPr/>
          <a:lstStyle/>
          <a:p>
            <a:pPr lvl="0" indent="0" marL="0">
              <a:buNone/>
            </a:pPr>
            <a:r>
              <a:rPr>
                <a:latin typeface="Courier"/>
              </a:rPr>
              <a:t>assess.py contributions</a:t>
            </a:r>
            <a:r>
              <a:rPr/>
              <a:t> builds a per-member, per-week table from the history:</a:t>
            </a:r>
          </a:p>
          <a:p>
            <a:pPr lvl="0" indent="0">
              <a:buNone/>
            </a:pPr>
            <a:r>
              <a:rPr>
                <a:latin typeface="Courier"/>
              </a:rPr>
              <a:t>student          36  37  38  39  40   pushed
A. Dubois         x   x   x   x   x   5/5
B. Vogt           x   x   x   x   x   5/5
C. Mensah         x   x   .   .   x   3/5</a:t>
            </a:r>
          </a:p>
          <a:p>
            <a:pPr lvl="0" indent="0" marL="0">
              <a:buNone/>
            </a:pPr>
            <a:r>
              <a:rPr/>
              <a:t>Nobody fills in a form. A week where you pushed nothing simply shows as a gap.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not week twelve.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Finishing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a:t>
            </a:r>
            <a:r>
              <a:rPr b="1"/>
              <a:t>GitHub username sent to me</a:t>
            </a:r>
            <a:r>
              <a:rPr/>
              <a:t> — you cannot push until I add you</a:t>
            </a:r>
          </a:p>
          <a:p>
            <a:pPr lvl="0"/>
            <a:r>
              <a:rPr/>
              <a:t>✅ Course repository cloned; the Session 01 ZIP folder deleted</a:t>
            </a:r>
          </a:p>
          <a:p>
            <a:pPr lvl="0"/>
            <a:r>
              <a:rPr/>
              <a:t>✅ Your group branch checked out — your own number, not </a:t>
            </a:r>
            <a:r>
              <a:rPr>
                <a:latin typeface="Courier"/>
              </a:rPr>
              <a:t>XX</a:t>
            </a:r>
          </a:p>
          <a:p>
            <a:pPr lvl="0"/>
            <a:r>
              <a:rPr/>
              <a:t>✅ One commit pushed </a:t>
            </a:r>
            <a:r>
              <a:rPr b="1"/>
              <a:t>by you personally</a:t>
            </a:r>
            <a:r>
              <a:rPr/>
              <a:t> to your group branch</a:t>
            </a:r>
          </a:p>
          <a:p>
            <a:pPr lvl="0"/>
            <a:r>
              <a:rPr/>
              <a:t>✅ Your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2026-08-20T19:24:07Z</dcterms:created>
  <dcterms:modified xsi:type="dcterms:W3CDTF">2026-08-20T19:24:07Z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