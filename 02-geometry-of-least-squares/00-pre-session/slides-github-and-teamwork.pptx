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nchor="t"/>
          <a:lstStyle>
            <a:lvl1pPr algn="l">
              <a:defRPr sz="2800" b="1" cap="none"/>
            </a:lvl1pPr>
          </a:lstStyle>
          <a:p>
            <a:r>
              <a:rPr lang="en-US"/>
              <a:t>Click to edit Master title style</a:t>
            </a:r>
          </a:p>
        </p:txBody>
      </p:sp>
      <p:sp>
        <p:nvSpPr>
          <p:cNvPr id="3" name="Text Placeholder 2"/>
          <p:cNvSpPr>
            <a:spLocks noGrp="1"/>
          </p:cNvSpPr>
          <p:nvPr>
            <p:ph type="body" idx="1"/>
          </p:nvPr>
        </p:nvSpPr>
        <p:spPr>
          <a:xfrm>
            <a:off x="722313" y="3250000"/>
            <a:ext cx="7772400" cy="70000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NN-session-name/02-practice/submissions/group-07/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02-geometry-of-least-squares/02-practice/submissions/group-07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02-geometry-of-least-squares/02-practice/submissions/group-07/NOTES.md</a:t>
            </a:r>
            <a:br/>
            <a:br/>
            <a:r>
              <a:rPr>
                <a:solidFill>
                  <a:srgbClr val="06287E"/>
                </a:solidFill>
                <a:latin typeface="Courier"/>
              </a:rPr>
              <a:t>git</a:t>
            </a:r>
            <a:r>
              <a:rPr>
                <a:latin typeface="Courier"/>
              </a:rPr>
              <a:t> add 02-geometry-of-least-squares/02-practice/submissions/group-07/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practice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2026-08-21T12:24:17Z</dcterms:created>
  <dcterms:modified xsi:type="dcterms:W3CDTF">2026-08-21T12:24:17Z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