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group-XX</a:t>
            </a:r>
            <a:r>
              <a:rPr/>
              <a:t>.</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group-XX     ← yours</a:t>
            </a:r>
          </a:p>
          <a:p>
            <a:pPr lvl="0" indent="0" marL="0">
              <a:buNone/>
            </a:pPr>
            <a:r>
              <a:rPr/>
              <a:t>Deliverables live in the session folder:</a:t>
            </a:r>
          </a:p>
          <a:p>
            <a:pPr lvl="0" indent="0">
              <a:buNone/>
            </a:pPr>
            <a:r>
              <a:rPr>
                <a:latin typeface="Courier"/>
              </a:rPr>
              <a:t>NN-session-name/02-lab/submissions/group-XX/</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08000"/>
                </a:solidFill>
                <a:latin typeface="Courier"/>
              </a:rPr>
              <a:t>echo</a:t>
            </a:r>
            <a:r>
              <a:rPr>
                <a:latin typeface="Courier"/>
              </a:rPr>
              <a:t> </a:t>
            </a:r>
            <a:r>
              <a:rPr>
                <a:solidFill>
                  <a:srgbClr val="4070A0"/>
                </a:solidFill>
                <a:latin typeface="Courier"/>
              </a:rPr>
              <a:t>"## Group XX"</a:t>
            </a:r>
            <a:r>
              <a:rPr>
                <a:latin typeface="Courier"/>
              </a:rPr>
              <a:t> </a:t>
            </a:r>
            <a:r>
              <a:rPr>
                <a:solidFill>
                  <a:srgbClr val="666666"/>
                </a:solidFill>
                <a:latin typeface="Courier"/>
              </a:rPr>
              <a:t>&gt;&gt;</a:t>
            </a:r>
            <a:r>
              <a:rPr>
                <a:latin typeface="Courier"/>
              </a:rPr>
              <a:t> README.md</a:t>
            </a:r>
            <a:br/>
            <a:r>
              <a:rPr>
                <a:solidFill>
                  <a:srgbClr val="06287E"/>
                </a:solidFill>
                <a:latin typeface="Courier"/>
              </a:rPr>
              <a:t>git</a:t>
            </a:r>
            <a:r>
              <a:rPr>
                <a:latin typeface="Courier"/>
              </a:rPr>
              <a:t> add README.md</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heading"</a:t>
            </a:r>
            <a:br/>
            <a:r>
              <a:rPr>
                <a:solidFill>
                  <a:srgbClr val="06287E"/>
                </a:solidFill>
                <a:latin typeface="Courier"/>
              </a:rPr>
              <a:t>git</a:t>
            </a:r>
            <a:r>
              <a:rPr>
                <a:latin typeface="Courier"/>
              </a:rPr>
              <a:t> push</a:t>
            </a:r>
          </a:p>
          <a:p>
            <a:pPr lvl="0" indent="0" marL="0">
              <a:buNone/>
            </a:pPr>
            <a:r>
              <a:rPr/>
              <a:t>Refresh the repository page in your browser. Your line is there.</a:t>
            </a:r>
          </a:p>
          <a:p>
            <a:pPr lvl="0" indent="0" marL="0">
              <a:buNone/>
            </a:pPr>
            <a:r>
              <a:rPr/>
              <a:t>Edit locally → commit → push → visible to your group. Everything this term is a variation on that loop.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group-XX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Rotate the roles</a:t>
            </a:r>
          </a:p>
        </p:txBody>
      </p:sp>
      <p:sp>
        <p:nvSpPr>
          <p:cNvPr id="3" name="Content Placeholder 2"/>
          <p:cNvSpPr>
            <a:spLocks noGrp="1"/>
          </p:cNvSpPr>
          <p:nvPr>
            <p:ph idx="1"/>
          </p:nvPr>
        </p:nvSpPr>
        <p:spPr/>
        <p:txBody>
          <a:bodyPr/>
          <a:lstStyle/>
          <a:p>
            <a:pPr lvl="0" indent="0" marL="0">
              <a:buNone/>
            </a:pPr>
            <a:r>
              <a:rPr/>
              <a:t>Your group logs a Driver, an Analyst and a Reporter each session.</a:t>
            </a:r>
          </a:p>
          <a:p>
            <a:pPr lvl="0"/>
            <a:r>
              <a:rPr b="1"/>
              <a:t>Driver</a:t>
            </a:r>
            <a:r>
              <a:rPr/>
              <a:t> writes the code</a:t>
            </a:r>
          </a:p>
          <a:p>
            <a:pPr lvl="0"/>
            <a:r>
              <a:rPr b="1"/>
              <a:t>Analyst</a:t>
            </a:r>
            <a:r>
              <a:rPr/>
              <a:t> decides the specification and owns the interpretation</a:t>
            </a:r>
          </a:p>
          <a:p>
            <a:pPr lvl="0"/>
            <a:r>
              <a:rPr b="1"/>
              <a:t>Reporter</a:t>
            </a:r>
            <a:r>
              <a:rPr/>
              <a:t> writes the three sentences and presents </a:t>
            </a:r>
            <a:r>
              <a:rPr i="1"/>
              <a:t>if drawn</a:t>
            </a:r>
          </a:p>
          <a:p>
            <a:pPr lvl="0" indent="0" marL="0">
              <a:buNone/>
            </a:pPr>
            <a:r>
              <a:rPr/>
              <a:t>Over ten sessions each of you should hold each role three or four times. Logged in </a:t>
            </a:r>
            <a:r>
              <a:rPr>
                <a:latin typeface="Courier"/>
              </a:rPr>
              <a:t>assessment/role-logs/gXX.md</a:t>
            </a:r>
            <a:r>
              <a:rPr/>
              <a:t>, checked with </a:t>
            </a:r>
            <a:r>
              <a:rPr>
                <a:latin typeface="Courier"/>
              </a:rPr>
              <a:t>python scripts/assess.py roles</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so nobody is surprised in week twelve.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a:t>
            </a:r>
            <a:r>
              <a:rPr>
                <a:latin typeface="Courier"/>
              </a:rPr>
              <a:t>group-XX</a:t>
            </a:r>
            <a:r>
              <a:rPr/>
              <a:t> branch checked out</a:t>
            </a:r>
          </a:p>
          <a:p>
            <a:pPr lvl="0"/>
            <a:r>
              <a:rPr/>
              <a:t>✅ One commit pushed </a:t>
            </a:r>
            <a:r>
              <a:rPr b="1"/>
              <a:t>by you personally</a:t>
            </a:r>
            <a:r>
              <a:rPr/>
              <a:t> to </a:t>
            </a:r>
            <a:r>
              <a:rPr>
                <a:latin typeface="Courier"/>
              </a:rPr>
              <a:t>group-XX</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2026-08-20T15:28:33Z</dcterms:created>
  <dcterms:modified xsi:type="dcterms:W3CDTF">2026-08-20T15:28:33Z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