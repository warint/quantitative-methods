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f5bfbc99614ec9" /><Relationship Type="http://schemas.openxmlformats.org/officeDocument/2006/relationships/extended-properties" Target="/docProps/app.xml" Id="R1db9913795e24a34" /><Relationship Type="http://schemas.openxmlformats.org/officeDocument/2006/relationships/officeDocument" Target="/ppt/presentation.xml" Id="R5d7e0c6875594f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8ff39145c44b2"/>
  </p:sldMasterIdLst>
  <p:notesMasterIdLst>
    <p:notesMasterId xmlns:r="http://schemas.openxmlformats.org/officeDocument/2006/relationships" r:id="R05fb2905cc024899"/>
  </p:notesMasterIdLst>
  <p:sldIdLst>
    <p:sldId xmlns:r="http://schemas.openxmlformats.org/officeDocument/2006/relationships" id="256" r:id="R8ce8c3ae96374730"/>
    <p:sldId xmlns:r="http://schemas.openxmlformats.org/officeDocument/2006/relationships" id="257" r:id="Ra95698d4815143ac"/>
    <p:sldId xmlns:r="http://schemas.openxmlformats.org/officeDocument/2006/relationships" id="258" r:id="R44c0ce1533c540cb"/>
    <p:sldId xmlns:r="http://schemas.openxmlformats.org/officeDocument/2006/relationships" id="259" r:id="Rcb67b03c8b98429c"/>
    <p:sldId xmlns:r="http://schemas.openxmlformats.org/officeDocument/2006/relationships" id="260" r:id="Rf6362cbebbcf4908"/>
    <p:sldId xmlns:r="http://schemas.openxmlformats.org/officeDocument/2006/relationships" id="261" r:id="Rbffae7a3bb134335"/>
    <p:sldId xmlns:r="http://schemas.openxmlformats.org/officeDocument/2006/relationships" id="262" r:id="Rd0fca6b760bf417b"/>
    <p:sldId xmlns:r="http://schemas.openxmlformats.org/officeDocument/2006/relationships" id="263" r:id="Rd6217771ab9a45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6c31e625494fcd" /><Relationship Type="http://schemas.openxmlformats.org/officeDocument/2006/relationships/slideMaster" Target="/ppt/slideMasters/slideMaster1.xml" Id="R63e8ff39145c44b2" /><Relationship Type="http://schemas.openxmlformats.org/officeDocument/2006/relationships/notesMaster" Target="/ppt/notesMasters/notesMaster1.xml" Id="R05fb2905cc024899" /><Relationship Type="http://schemas.openxmlformats.org/officeDocument/2006/relationships/presProps" Target="/ppt/presProps.xml" Id="R5d3618fef31e46b4" /><Relationship Type="http://schemas.openxmlformats.org/officeDocument/2006/relationships/tableStyles" Target="/ppt/tableStyles.xml" Id="Ra840d0d17f844272" /><Relationship Type="http://schemas.openxmlformats.org/officeDocument/2006/relationships/slide" Target="/ppt/slides/slide1.xml" Id="R8ce8c3ae96374730" /><Relationship Type="http://schemas.openxmlformats.org/officeDocument/2006/relationships/slide" Target="/ppt/slides/slide2.xml" Id="Ra95698d4815143ac" /><Relationship Type="http://schemas.openxmlformats.org/officeDocument/2006/relationships/slide" Target="/ppt/slides/slide3.xml" Id="R44c0ce1533c540cb" /><Relationship Type="http://schemas.openxmlformats.org/officeDocument/2006/relationships/slide" Target="/ppt/slides/slide4.xml" Id="Rcb67b03c8b98429c" /><Relationship Type="http://schemas.openxmlformats.org/officeDocument/2006/relationships/slide" Target="/ppt/slides/slide5.xml" Id="Rf6362cbebbcf4908" /><Relationship Type="http://schemas.openxmlformats.org/officeDocument/2006/relationships/slide" Target="/ppt/slides/slide6.xml" Id="Rbffae7a3bb134335" /><Relationship Type="http://schemas.openxmlformats.org/officeDocument/2006/relationships/slide" Target="/ppt/slides/slide7.xml" Id="Rd0fca6b760bf417b" /><Relationship Type="http://schemas.openxmlformats.org/officeDocument/2006/relationships/slide" Target="/ppt/slides/slide8.xml" Id="Rd6217771ab9a45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4aa2338a1e4c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6a39de3454954" /><Relationship Type="http://schemas.openxmlformats.org/officeDocument/2006/relationships/notesMaster" Target="/ppt/notesMasters/notesMaster1.xml" Id="Radc02c49f6d149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abb2d75bcb4c6d" /><Relationship Type="http://schemas.openxmlformats.org/officeDocument/2006/relationships/notesMaster" Target="/ppt/notesMasters/notesMaster1.xml" Id="Rd807c375b77e41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9af3094d0e4b4e" /><Relationship Type="http://schemas.openxmlformats.org/officeDocument/2006/relationships/notesMaster" Target="/ppt/notesMasters/notesMaster1.xml" Id="Rff9e413f005748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bb6a60871d46e2" /><Relationship Type="http://schemas.openxmlformats.org/officeDocument/2006/relationships/notesMaster" Target="/ppt/notesMasters/notesMaster1.xml" Id="R9c674bb32159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f0d03074948ba" /><Relationship Type="http://schemas.openxmlformats.org/officeDocument/2006/relationships/notesMaster" Target="/ppt/notesMasters/notesMaster1.xml" Id="R5c42aec850d848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a34397ead4690" /><Relationship Type="http://schemas.openxmlformats.org/officeDocument/2006/relationships/notesMaster" Target="/ppt/notesMasters/notesMaster1.xml" Id="R8f0645a1dfe040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6a44bf03ea46f8" /><Relationship Type="http://schemas.openxmlformats.org/officeDocument/2006/relationships/notesMaster" Target="/ppt/notesMasters/notesMaster1.xml" Id="Re5f93f3106f648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74528de2534465" /><Relationship Type="http://schemas.openxmlformats.org/officeDocument/2006/relationships/notesMaster" Target="/ppt/notesMasters/notesMaster1.xml" Id="Rd4abfb9e836d4f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one article result, rebuild OLS from scratch, and test where the geometry breaks.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02-geometry-of-least-squares/02-practice/README.md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02-geometry-of-least-squares/02-practice/README.md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02-geometry-of-least-squares/02-practice/README.md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02-geometry-of-least-squares/02-practice/README.md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02-geometry-of-least-squares/02-practice/README.md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02-geometry-of-least-squares/02-practice/README.md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02-geometry-of-least-squares/02-practice/README.md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4991089c84d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d79f430f741c1" /><Relationship Type="http://schemas.openxmlformats.org/officeDocument/2006/relationships/slideLayout" Target="/ppt/slideLayouts/slideLayout1.xml" Id="R036b6843224145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b6843224145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c36707e644c7a" /><Relationship Type="http://schemas.openxmlformats.org/officeDocument/2006/relationships/chart" Target="/ppt/slides/charts/chart1.xml" Id="Ra35d3b10063c4aab" /><Relationship Type="http://schemas.openxmlformats.org/officeDocument/2006/relationships/notesSlide" Target="/ppt/notesSlides/notesSlide1.xml" Id="Rc9afc652d5ba48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2137a51ba4e18" /><Relationship Type="http://schemas.openxmlformats.org/officeDocument/2006/relationships/notesSlide" Target="/ppt/notesSlides/notesSlide2.xml" Id="R1818032be24647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3b5fe23044b9" /><Relationship Type="http://schemas.openxmlformats.org/officeDocument/2006/relationships/notesSlide" Target="/ppt/notesSlides/notesSlide3.xml" Id="Rba101f6614d847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51c9980284f6d" /><Relationship Type="http://schemas.openxmlformats.org/officeDocument/2006/relationships/notesSlide" Target="/ppt/notesSlides/notesSlide4.xml" Id="R0830ae109d2f43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baa031ae34eea" /><Relationship Type="http://schemas.openxmlformats.org/officeDocument/2006/relationships/notesSlide" Target="/ppt/notesSlides/notesSlide5.xml" Id="Rcaa64f1c5e8445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e6e7dff07455a" /><Relationship Type="http://schemas.openxmlformats.org/officeDocument/2006/relationships/notesSlide" Target="/ppt/notesSlides/notesSlide6.xml" Id="R00c848fb0d2749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414b32e4b460e" /><Relationship Type="http://schemas.openxmlformats.org/officeDocument/2006/relationships/notesSlide" Target="/ppt/notesSlides/notesSlide7.xml" Id="Rc7fba78e81dc41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e16da3027459d" /><Relationship Type="http://schemas.openxmlformats.org/officeDocument/2006/relationships/notesSlide" Target="/ppt/notesSlides/notesSlide8.xml" Id="R767b04bad50f4a0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−3</c:v>
              </c:pt>
              <c:pt idx="1">
                <c:v>−2</c:v>
              </c:pt>
              <c:pt idx="2">
                <c:v>−1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strLit>
          </c:cat>
          <c:val>
            <c:numLit>
              <c:formatCode>General</c:formatCode>
              <c:ptCount val="7"/>
              <c:pt idx="0">
                <c:v>9</c:v>
              </c:pt>
              <c:pt idx="1">
                <c:v>4</c:v>
              </c:pt>
              <c:pt idx="2">
                <c:v>1</c:v>
              </c:pt>
              <c:pt idx="3">
                <c:v>0</c:v>
              </c:pt>
              <c:pt idx="4">
                <c:v>1</c:v>
              </c:pt>
              <c:pt idx="5">
                <c:v>4</c:v>
              </c:pt>
              <c:pt idx="6">
                <c:v>9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C085F94-6810-4099-B68A-E49C3DD3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02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0ECEA5A-07AC-4E07-9810-11B245AD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trade liberalization and firm productivity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B0030D1B-EC17-4636-9D9B-8F2D1C37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one article result, rebuild OLS from scratch, and test where the geometry breaks.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9040926C-1EFE-4010-8552-AB5CDB37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143EBEF7-1EC8-45CD-B9EA-DDDF8438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5d3b10063c4aab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FD189F1-8515-4D15-951F-3983655D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9FF97B7-12BF-4727-90F3-2CAE75A4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1F8975E-AE3D-4FAB-A39A-BDF34CC7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1934999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E52280DD-9915-4C5C-9B97-09A1B72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D72097-2AC8-4D25-B0A7-74E5E94F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E987176-1C30-492E-985A-A5A9FA86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B332B2BF-6805-4040-BFC7-848BE25B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3D4D527E-4E2C-48E1-ACDC-7EE025C2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result, rebuild OLS from scratch, and test where the geometry breaks.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D81AB568-1D91-415B-B889-A8A518D8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E00261DF-F6B4-474E-A30B-0650F76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firm-productivity regression, then rebuild the OLS geometry and collinearity stress test in Python.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57677C78-19BF-40A4-8A78-4E35B272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7F31C611-6D2A-4369-B898-DAECC48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963FEDE8-B113-4720-8216-FF88DE8B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06D3F610-E93F-43A4-B9F7-D0FE2774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4DACBDD9-B9A8-4DD5-94C1-1EE993B5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10B13FB1-8819-481C-9CA4-E1BB9A6A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CC7727D1-2602-45D2-BB90-EFE7DE74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63268351-74DF-4A0C-AFC2-E0E6F9A7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5A01A76C-9965-4413-A9A8-E2973D25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B45662A1-B2F7-46BB-B590-B58B3C6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89E0B3D-F919-4DFD-BD11-EA2C246B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C99BC40-CABF-48D4-BE9B-5949FD83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1E7B530-9779-4B6B-B774-BEC098BA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900516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730D3D23-3548-4A23-B2F0-6D2A9C9C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488D67-7AFF-4881-B453-BE8C95AF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35D1CC5-6AB0-4EDF-AEB5-0E8022A6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578594DD-B6D7-4F23-A4A8-C801255C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56F802AA-C8D1-473E-B5B7-B548BDC0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16D11022-30A4-4F2B-AA0C-27A11925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FF082AA9-FB93-42BB-8224-C11EA9F2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667B886A-DBCE-485B-A316-ED85531C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995636D9-64DD-4C6F-98BF-A323B19D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1790069B-7F99-417A-92B3-B5726535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305A58FF-7087-4610-B392-953164AC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1A9E9C2C-FE20-4355-85B6-A048BB2E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43730FE5-666B-453B-A05F-5E1CDFBD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97BC7E07-79E1-4903-8C63-AC77090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3EA0413B-AEF1-4752-A57C-4DE45A3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79DEC654-6333-4698-82C8-6290E2DE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DD75BA3B-D3D5-4C7D-9BFF-6CE85F9D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7C082F27-8C2F-4FDB-91F7-49A2837F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027F88D9-823E-4183-A92F-F81CDCD2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056E2343-9869-4ED1-B2C7-40547206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5C2DC3DA-1125-4377-978A-303C9D2E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00A21F27-5750-401A-B88B-B01C5815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FFF453BF-4850-47B4-91EE-E29E8E4E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BDFD7F5F-820E-4AFC-B0D6-9C10BAE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F5324661-39A7-43B9-B620-D43204EB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8E8077B6-6ED1-4047-8054-5A4DB054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14B99C8-3D75-487C-9839-08D8A321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4AC216-E74C-4BE5-B008-A92A9F25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AA9DBF6-A01E-4B4C-AF6D-F26F77F9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20777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9219C7FE-B9EC-47A3-B1F1-8EEE74BD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289941-36D9-4135-BAB4-CE980B1A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3564715-684B-4A8D-B47E-63568ECA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17D35154-7334-4655-BE3A-55D1739B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1865EF82-0E2F-45E4-ABA1-B725E776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02-geometry-of-least-squares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session02_ols_geometry_demo.py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C5DA0BC7-BB66-47A3-B73F-C0AC1130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10.7910/DVN/8WEXYD.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6F2D471-CC7B-4971-8916-BA4D6DCB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4D38059-81DD-42EA-A2F2-4DD393DE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8B92BBA-01A5-4922-A7DE-AAF6B196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E17ACD6-029B-422C-815D-8CA88D7D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97C5F6B-1922-454D-B689-C35E3CF2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08A69FE9-25FF-45AC-84DF-33E04448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7D120E1-77D0-4442-9A5B-46B08745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C4D1D8D-CF01-4BBF-ADA9-E04282C8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2427A5C-77BD-47D4-8096-A8CBCD2A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431612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C590F65F-ACA1-4380-9197-5D07F4AF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AAF9F0-CE6D-4320-A76B-E3C2DF2E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7B751AF-2C2B-46D1-B9D7-A6A20FB0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8C3FD718-9ADA-4CA1-A7BB-341B1259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C2FDAA42-A904-448E-9700-BC2E18AC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article's estimand and sample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2570AC87-6374-4DC5-88D4-3416C7B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B2BA6DDE-7D8D-4272-81AB-AC6C4FC8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5D0854A3-5BAB-44AF-B3F6-A611C7CC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reported regression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9167F034-2A6C-43DC-BDDE-AA83E99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C079E5AF-BDF9-4CA6-B60D-F5ACBB1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B19AE878-20A0-435B-B5DD-7608F28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Verify the coefficient with your Python implementation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AFCAFD43-83CA-4350-ACCE-841F3F57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34B44A9E-BAAD-4360-8E70-52915373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8DAFC132-8CBC-4A96-8239-18251358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collinearity deliberately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C800FC23-084C-42B8-BE47-14DC5DE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8AEFFADB-D65F-4BFF-B727-5BBFB866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31F30EAE-DDE4-4A8A-8C70-6F1DC72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what changed and what did not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B8BF648-F5E2-4244-86E3-6F9E6CF1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583BF06-A6EB-432F-9EFB-A0B414FA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DEAE58B-C9AF-4458-BCE6-9C039014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927865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8C771705-53AD-487B-8A3B-E13EF910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6A9AD254-47A6-4216-B048-F74128E6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Perfect collinearity destroys a unique coefficient vector even when a fitted value may still exist.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203B24CE-B645-4E5C-9E3E-E6A19545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6DB05FCA-7183-429E-9729-C7FD69E1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7660D9A-E6B3-4A0E-8F04-403AE2B1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BD6A4E3-C9C8-43E3-8BAF-F6693C2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BB1E9A9-7F9B-47DE-8CD7-DFC0B948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79402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028F0F16-4F24-41A4-A326-B8FB1FB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DD7715-E676-4DAC-A172-17F102E6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24625A6-6988-4B70-9BC5-AE61015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91069327-F28F-44E4-9D0B-305F4FDA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3C0EF338-2882-45BC-849C-D16CF482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DED49845-EF8E-4F1A-B5A6-276029E6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03721576-9344-4C22-A57F-5947BE40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9E82D101-7A80-47AC-B3AF-0012FEF1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8DE3CAF9-261B-4DC1-8956-6A957038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A7543EF7-D035-4C0F-A8D8-803E9AE7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CD1CDFAD-95B0-4A4C-B91B-3219A58A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5887A9D6-A08C-49D0-BE11-60179971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3474829C-3D22-456C-9194-469003B3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4B4CA3E-DDA9-4870-B488-5009E43F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6F6EE3C-B65E-44D7-942B-A5C0A9CE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3056C09-FCFD-42EC-BD7A-B1D85258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14668919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6B9B7245-1F93-4A09-8E8E-69AD907C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E39EEC9F-2BF9-457F-AEB6-8C5F5E97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DFC1D9CD-C5FA-4860-B5E9-DCA09F4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02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A117B717-A271-47BA-BD2C-D2461981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572B23BA-48CB-4650-BDB5-B53DACC8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6D3028F9-6632-42EC-B317-5FF09E8C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0973AF57-6AFD-48BF-8C64-D84864B1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0986FAA5-2F7C-4202-AB2C-92879EF8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AF552B46-3512-4277-9F89-A9196378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FD301A5B-34DE-413B-AA85-CE206F3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F449FA26-1751-4224-9135-0F2B63B1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DED9AF53-DD3B-450E-B912-2A05F8C6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9BE93703-AE84-4E41-B993-3E7BC7BB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FD747E29-5C4B-4417-82E2-84879BAE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019B15A-A069-4AA0-84C0-3BB2F303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BEF4854-BAAF-4164-AB92-F03EDB30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021FA0B-B38E-4914-BB89-F7B8D46C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1540011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2026-08-23T21:43:11.0480000Z</dcterms:created>
  <dcterms:modified xsi:type="dcterms:W3CDTF">2026-08-23T21:43:11.0480000Z</dcterms:modified>
</coreProperties>
</file>