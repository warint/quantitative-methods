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ave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project,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2026-08-20T20:33:06Z</dcterms:created>
  <dcterms:modified xsi:type="dcterms:W3CDTF">2026-08-20T20:33:06Z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