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7263f74f4b4d73" /><Relationship Type="http://schemas.openxmlformats.org/officeDocument/2006/relationships/extended-properties" Target="/docProps/app.xml" Id="R76a87a5b558f40a0" /><Relationship Type="http://schemas.openxmlformats.org/officeDocument/2006/relationships/officeDocument" Target="/ppt/presentation.xml" Id="R81704dec25384e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5c003c080d406b"/>
  </p:sldMasterIdLst>
  <p:notesMasterIdLst>
    <p:notesMasterId xmlns:r="http://schemas.openxmlformats.org/officeDocument/2006/relationships" r:id="R728654c9ba7c4a92"/>
  </p:notesMasterIdLst>
  <p:sldIdLst>
    <p:sldId xmlns:r="http://schemas.openxmlformats.org/officeDocument/2006/relationships" id="256" r:id="R7211ee0bc5b644c1"/>
    <p:sldId xmlns:r="http://schemas.openxmlformats.org/officeDocument/2006/relationships" id="257" r:id="R29b0e83877194c5d"/>
    <p:sldId xmlns:r="http://schemas.openxmlformats.org/officeDocument/2006/relationships" id="258" r:id="R6318706380764a23"/>
    <p:sldId xmlns:r="http://schemas.openxmlformats.org/officeDocument/2006/relationships" id="259" r:id="Ra4960d8935374aed"/>
    <p:sldId xmlns:r="http://schemas.openxmlformats.org/officeDocument/2006/relationships" id="260" r:id="R748ccf2d144b427c"/>
    <p:sldId xmlns:r="http://schemas.openxmlformats.org/officeDocument/2006/relationships" id="261" r:id="Reb2987734d1f4777"/>
    <p:sldId xmlns:r="http://schemas.openxmlformats.org/officeDocument/2006/relationships" id="262" r:id="R3378c26ad1244c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1df95f474840a2" /><Relationship Type="http://schemas.openxmlformats.org/officeDocument/2006/relationships/slideMaster" Target="/ppt/slideMasters/slideMaster1.xml" Id="R295c003c080d406b" /><Relationship Type="http://schemas.openxmlformats.org/officeDocument/2006/relationships/notesMaster" Target="/ppt/notesMasters/notesMaster1.xml" Id="R728654c9ba7c4a92" /><Relationship Type="http://schemas.openxmlformats.org/officeDocument/2006/relationships/presProps" Target="/ppt/presProps.xml" Id="R4b88aa0bb9d84a85" /><Relationship Type="http://schemas.openxmlformats.org/officeDocument/2006/relationships/tableStyles" Target="/ppt/tableStyles.xml" Id="R694ed766197c4535" /><Relationship Type="http://schemas.openxmlformats.org/officeDocument/2006/relationships/slide" Target="/ppt/slides/slide1.xml" Id="R7211ee0bc5b644c1" /><Relationship Type="http://schemas.openxmlformats.org/officeDocument/2006/relationships/slide" Target="/ppt/slides/slide2.xml" Id="R29b0e83877194c5d" /><Relationship Type="http://schemas.openxmlformats.org/officeDocument/2006/relationships/slide" Target="/ppt/slides/slide3.xml" Id="R6318706380764a23" /><Relationship Type="http://schemas.openxmlformats.org/officeDocument/2006/relationships/slide" Target="/ppt/slides/slide4.xml" Id="Ra4960d8935374aed" /><Relationship Type="http://schemas.openxmlformats.org/officeDocument/2006/relationships/slide" Target="/ppt/slides/slide5.xml" Id="R748ccf2d144b427c" /><Relationship Type="http://schemas.openxmlformats.org/officeDocument/2006/relationships/slide" Target="/ppt/slides/slide6.xml" Id="Reb2987734d1f4777" /><Relationship Type="http://schemas.openxmlformats.org/officeDocument/2006/relationships/slide" Target="/ppt/slides/slide7.xml" Id="R3378c26ad1244c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65fccef3e44c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885278f93a4e80" /><Relationship Type="http://schemas.openxmlformats.org/officeDocument/2006/relationships/notesMaster" Target="/ppt/notesMasters/notesMaster1.xml" Id="R5cbf1d850c0f49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1787a3cecf4e64" /><Relationship Type="http://schemas.openxmlformats.org/officeDocument/2006/relationships/notesMaster" Target="/ppt/notesMasters/notesMaster1.xml" Id="R1dcdf54f316343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d34b6932c643a1" /><Relationship Type="http://schemas.openxmlformats.org/officeDocument/2006/relationships/notesMaster" Target="/ppt/notesMasters/notesMaster1.xml" Id="R644132f4d09b42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3ba56099b1463d" /><Relationship Type="http://schemas.openxmlformats.org/officeDocument/2006/relationships/notesMaster" Target="/ppt/notesMasters/notesMaster1.xml" Id="R93231c3d0ed642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872f8ee86d41d0" /><Relationship Type="http://schemas.openxmlformats.org/officeDocument/2006/relationships/notesMaster" Target="/ppt/notesMasters/notesMaster1.xml" Id="Rc9798b2d8c7e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689cc1020b4a31" /><Relationship Type="http://schemas.openxmlformats.org/officeDocument/2006/relationships/notesMaster" Target="/ppt/notesMasters/notesMaster1.xml" Id="R01970b58e25d42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f3984a6f0c4e4b" /><Relationship Type="http://schemas.openxmlformats.org/officeDocument/2006/relationships/notesMaster" Target="/ppt/notesMasters/notesMaster1.xml" Id="R3164acfa69614a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How do you measure something that only exists as words?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09-clustering-and-text-as-data/00-pre-session/README.md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one tone result, then rebuild a text index and test whether clusters survive alternative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09-clustering-and-text-as-data/00-pre-session/README.md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09-clustering-and-text-as-data/00-pre-session/README.md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09-clustering-and-text-as-data/00-pre-session/README.md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one tone result, then rebuild a text index and test whether clusters survive alternative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09-clustering-and-text-as-data/00-pre-session/README.md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09-clustering-and-text-as-data/00-pre-session/README.md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09-clustering-and-text-as-data/00-pre-session/README.md</a:t>
            </a:r>
          </a:p>
          <a:p xmlns:a="http://schemas.openxmlformats.org/drawingml/2006/main">
            <a:r>
              <a:t>- Bennani &amp; Romelli (2024) — Tone during Federal Reserve Meetings — https://doi.org/10.1016/j.jimonfin.2024.103161</a:t>
            </a:r>
          </a:p>
          <a:p xmlns:a="http://schemas.openxmlformats.org/drawingml/2006/main">
            <a:r>
              <a:t>- Harvard Dataverse 10.7910/DVN/TZEN38 — https://doi.org/10.7910/DVN/TZEN38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ea048d92b4e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bef809d434820" /><Relationship Type="http://schemas.openxmlformats.org/officeDocument/2006/relationships/slideLayout" Target="/ppt/slideLayouts/slideLayout1.xml" Id="R5d0e403b6e2b48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e403b6e2b48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5c756998646e7" /><Relationship Type="http://schemas.openxmlformats.org/officeDocument/2006/relationships/notesSlide" Target="/ppt/notesSlides/notesSlide1.xml" Id="Rf2516edb57b5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e2a2846844cd2" /><Relationship Type="http://schemas.openxmlformats.org/officeDocument/2006/relationships/notesSlide" Target="/ppt/notesSlides/notesSlide2.xml" Id="Ra8b2f34c7d22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f1b18eacf495d" /><Relationship Type="http://schemas.openxmlformats.org/officeDocument/2006/relationships/notesSlide" Target="/ppt/notesSlides/notesSlide3.xml" Id="Rfb78634e407742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d1951be054ccd" /><Relationship Type="http://schemas.openxmlformats.org/officeDocument/2006/relationships/notesSlide" Target="/ppt/notesSlides/notesSlide4.xml" Id="R48f8b1da4eb145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bb4e1ff9445f4" /><Relationship Type="http://schemas.openxmlformats.org/officeDocument/2006/relationships/notesSlide" Target="/ppt/notesSlides/notesSlide5.xml" Id="R13d81f4b7adb4c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330eedeeb41ad" /><Relationship Type="http://schemas.openxmlformats.org/officeDocument/2006/relationships/notesSlide" Target="/ppt/notesSlides/notesSlide6.xml" Id="R4676dabd97eb4e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37068f74d404c" /><Relationship Type="http://schemas.openxmlformats.org/officeDocument/2006/relationships/notesSlide" Target="/ppt/notesSlides/notesSlide7.xml" Id="Rcb98af242baf4d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EABC50C-4B2E-432E-BCD5-EC93E883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09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4A02F0D-9834-427C-9678-34D9FBB3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Clustering, embeddings, and text as data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EB576B74-F10F-4470-835C-AEA17152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How do you measure something that only exists as words?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E812477B-3AFA-41E0-BA3E-01ECB05B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617B349C-F2DE-4677-9A31-D219B4E4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cluster-0-0">
            <a:extLst xmlns:a="http://schemas.openxmlformats.org/drawingml/2006/main">
              <a:ext uri="{FF2B5EF4-FFF2-40B4-BE49-F238E27FC236}">
                <a16:creationId xmlns:a16="http://schemas.microsoft.com/office/drawing/2014/main" id="{3D07D45E-B7A2-49DA-8F1E-DEC53989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639" y="24471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uster-0-1">
            <a:extLst xmlns:a="http://schemas.openxmlformats.org/drawingml/2006/main">
              <a:ext uri="{FF2B5EF4-FFF2-40B4-BE49-F238E27FC236}">
                <a16:creationId xmlns:a16="http://schemas.microsoft.com/office/drawing/2014/main" id="{FE2AE249-ECE3-4CEA-90F7-A4CFAEC3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389" y="22185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uster-0-2">
            <a:extLst xmlns:a="http://schemas.openxmlformats.org/drawingml/2006/main">
              <a:ext uri="{FF2B5EF4-FFF2-40B4-BE49-F238E27FC236}">
                <a16:creationId xmlns:a16="http://schemas.microsoft.com/office/drawing/2014/main" id="{88C66EC7-F090-49C4-8D1C-E7CAF5F6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239" y="25043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uster-0-3">
            <a:extLst xmlns:a="http://schemas.openxmlformats.org/drawingml/2006/main">
              <a:ext uri="{FF2B5EF4-FFF2-40B4-BE49-F238E27FC236}">
                <a16:creationId xmlns:a16="http://schemas.microsoft.com/office/drawing/2014/main" id="{B6CDA730-8EEC-4D93-9A0A-9504641F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789" y="28662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uster-0-4">
            <a:extLst xmlns:a="http://schemas.openxmlformats.org/drawingml/2006/main">
              <a:ext uri="{FF2B5EF4-FFF2-40B4-BE49-F238E27FC236}">
                <a16:creationId xmlns:a16="http://schemas.microsoft.com/office/drawing/2014/main" id="{D37AFFA0-6174-48E5-8D92-C95083DB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939" y="29615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uster-0-5">
            <a:extLst xmlns:a="http://schemas.openxmlformats.org/drawingml/2006/main">
              <a:ext uri="{FF2B5EF4-FFF2-40B4-BE49-F238E27FC236}">
                <a16:creationId xmlns:a16="http://schemas.microsoft.com/office/drawing/2014/main" id="{EE20E602-BE31-4254-8493-5B010E26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939" y="30948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uster-0-6">
            <a:extLst xmlns:a="http://schemas.openxmlformats.org/drawingml/2006/main">
              <a:ext uri="{FF2B5EF4-FFF2-40B4-BE49-F238E27FC236}">
                <a16:creationId xmlns:a16="http://schemas.microsoft.com/office/drawing/2014/main" id="{38BA0641-C8C4-4DF7-A453-823B3D1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889" y="22947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uster-0-7">
            <a:extLst xmlns:a="http://schemas.openxmlformats.org/drawingml/2006/main">
              <a:ext uri="{FF2B5EF4-FFF2-40B4-BE49-F238E27FC236}">
                <a16:creationId xmlns:a16="http://schemas.microsoft.com/office/drawing/2014/main" id="{0559B49F-E9E9-413D-8D67-C9BF85FB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389" y="27138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entroid-0">
            <a:extLst xmlns:a="http://schemas.openxmlformats.org/drawingml/2006/main">
              <a:ext uri="{FF2B5EF4-FFF2-40B4-BE49-F238E27FC236}">
                <a16:creationId xmlns:a16="http://schemas.microsoft.com/office/drawing/2014/main" id="{58C66FB9-7E2E-4964-8580-F8244E6B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439" y="25233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uster-1-0">
            <a:extLst xmlns:a="http://schemas.openxmlformats.org/drawingml/2006/main">
              <a:ext uri="{FF2B5EF4-FFF2-40B4-BE49-F238E27FC236}">
                <a16:creationId xmlns:a16="http://schemas.microsoft.com/office/drawing/2014/main" id="{FEB08429-6F63-4101-BDAE-B7E6B661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651" y="19385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uster-1-1">
            <a:extLst xmlns:a="http://schemas.openxmlformats.org/drawingml/2006/main">
              <a:ext uri="{FF2B5EF4-FFF2-40B4-BE49-F238E27FC236}">
                <a16:creationId xmlns:a16="http://schemas.microsoft.com/office/drawing/2014/main" id="{7ACE5B0A-A1F9-46FA-9387-661192BC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401" y="17099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uster-1-2">
            <a:extLst xmlns:a="http://schemas.openxmlformats.org/drawingml/2006/main">
              <a:ext uri="{FF2B5EF4-FFF2-40B4-BE49-F238E27FC236}">
                <a16:creationId xmlns:a16="http://schemas.microsoft.com/office/drawing/2014/main" id="{9BB4E899-8781-464F-A983-A7BE386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251" y="199567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uster-1-3">
            <a:extLst xmlns:a="http://schemas.openxmlformats.org/drawingml/2006/main">
              <a:ext uri="{FF2B5EF4-FFF2-40B4-BE49-F238E27FC236}">
                <a16:creationId xmlns:a16="http://schemas.microsoft.com/office/drawing/2014/main" id="{257F7D3A-AB84-4BB2-B8F5-9DA46949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801" y="23576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uster-1-4">
            <a:extLst xmlns:a="http://schemas.openxmlformats.org/drawingml/2006/main">
              <a:ext uri="{FF2B5EF4-FFF2-40B4-BE49-F238E27FC236}">
                <a16:creationId xmlns:a16="http://schemas.microsoft.com/office/drawing/2014/main" id="{8160E7B8-EBC6-449C-88DE-BE694BE2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951" y="245287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uster-1-5">
            <a:extLst xmlns:a="http://schemas.openxmlformats.org/drawingml/2006/main">
              <a:ext uri="{FF2B5EF4-FFF2-40B4-BE49-F238E27FC236}">
                <a16:creationId xmlns:a16="http://schemas.microsoft.com/office/drawing/2014/main" id="{52B61A79-AF31-427D-911A-7392F3E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951" y="25862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uster-1-6">
            <a:extLst xmlns:a="http://schemas.openxmlformats.org/drawingml/2006/main">
              <a:ext uri="{FF2B5EF4-FFF2-40B4-BE49-F238E27FC236}">
                <a16:creationId xmlns:a16="http://schemas.microsoft.com/office/drawing/2014/main" id="{4CFBDFA6-B6DE-48B1-88EE-3E844B05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901" y="17861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uster-1-7">
            <a:extLst xmlns:a="http://schemas.openxmlformats.org/drawingml/2006/main">
              <a:ext uri="{FF2B5EF4-FFF2-40B4-BE49-F238E27FC236}">
                <a16:creationId xmlns:a16="http://schemas.microsoft.com/office/drawing/2014/main" id="{96E80093-51C1-41DA-9F50-278092D6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401" y="220522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ntroid-1">
            <a:extLst xmlns:a="http://schemas.openxmlformats.org/drawingml/2006/main">
              <a:ext uri="{FF2B5EF4-FFF2-40B4-BE49-F238E27FC236}">
                <a16:creationId xmlns:a16="http://schemas.microsoft.com/office/drawing/2014/main" id="{0CE65CFD-8EB7-46C6-A1FB-D327BBFE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451" y="201472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uster-2-0">
            <a:extLst xmlns:a="http://schemas.openxmlformats.org/drawingml/2006/main">
              <a:ext uri="{FF2B5EF4-FFF2-40B4-BE49-F238E27FC236}">
                <a16:creationId xmlns:a16="http://schemas.microsoft.com/office/drawing/2014/main" id="{7BE05FB0-A646-4295-8A0C-2826B898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948" y="40747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luster-2-1">
            <a:extLst xmlns:a="http://schemas.openxmlformats.org/drawingml/2006/main">
              <a:ext uri="{FF2B5EF4-FFF2-40B4-BE49-F238E27FC236}">
                <a16:creationId xmlns:a16="http://schemas.microsoft.com/office/drawing/2014/main" id="{0EC29318-F565-4C3C-BE0A-097D6D4E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698" y="38461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uster-2-2">
            <a:extLst xmlns:a="http://schemas.openxmlformats.org/drawingml/2006/main">
              <a:ext uri="{FF2B5EF4-FFF2-40B4-BE49-F238E27FC236}">
                <a16:creationId xmlns:a16="http://schemas.microsoft.com/office/drawing/2014/main" id="{9076051C-5499-4791-BB2E-3831A5A1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548" y="4131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uster-2-3">
            <a:extLst xmlns:a="http://schemas.openxmlformats.org/drawingml/2006/main">
              <a:ext uri="{FF2B5EF4-FFF2-40B4-BE49-F238E27FC236}">
                <a16:creationId xmlns:a16="http://schemas.microsoft.com/office/drawing/2014/main" id="{DFFC6872-EAE6-444B-8392-17D11B71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098" y="44938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uster-2-4">
            <a:extLst xmlns:a="http://schemas.openxmlformats.org/drawingml/2006/main">
              <a:ext uri="{FF2B5EF4-FFF2-40B4-BE49-F238E27FC236}">
                <a16:creationId xmlns:a16="http://schemas.microsoft.com/office/drawing/2014/main" id="{9D487DF8-52AA-46C3-8DB1-2B1EB046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248" y="45891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uster-2-5">
            <a:extLst xmlns:a="http://schemas.openxmlformats.org/drawingml/2006/main">
              <a:ext uri="{FF2B5EF4-FFF2-40B4-BE49-F238E27FC236}">
                <a16:creationId xmlns:a16="http://schemas.microsoft.com/office/drawing/2014/main" id="{3CB2C1FE-6AD4-42D0-81D0-A2917E91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224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uster-2-6">
            <a:extLst xmlns:a="http://schemas.openxmlformats.org/drawingml/2006/main">
              <a:ext uri="{FF2B5EF4-FFF2-40B4-BE49-F238E27FC236}">
                <a16:creationId xmlns:a16="http://schemas.microsoft.com/office/drawing/2014/main" id="{42A49C91-FE9C-414F-BF4B-BDC37A6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198" y="39223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luster-2-7">
            <a:extLst xmlns:a="http://schemas.openxmlformats.org/drawingml/2006/main">
              <a:ext uri="{FF2B5EF4-FFF2-40B4-BE49-F238E27FC236}">
                <a16:creationId xmlns:a16="http://schemas.microsoft.com/office/drawing/2014/main" id="{F7C2D5A2-50C9-4320-ABC0-EA009CE4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698" y="434149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entroid-2">
            <a:extLst xmlns:a="http://schemas.openxmlformats.org/drawingml/2006/main">
              <a:ext uri="{FF2B5EF4-FFF2-40B4-BE49-F238E27FC236}">
                <a16:creationId xmlns:a16="http://schemas.microsoft.com/office/drawing/2014/main" id="{88192CDB-D1BC-4A94-80A8-86E4CDB5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748" y="415099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luster-note">
            <a:extLst xmlns:a="http://schemas.openxmlformats.org/drawingml/2006/main">
              <a:ext uri="{FF2B5EF4-FFF2-40B4-BE49-F238E27FC236}">
                <a16:creationId xmlns:a16="http://schemas.microsoft.com/office/drawing/2014/main" id="{9721DCC1-D836-46A9-A85F-0268FF2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353050"/>
            <a:ext cx="3228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Distance creates the grouping—validation gives it meaning</a:t>
            </a:r>
          </a:p>
        </p:txBody>
      </p:sp>
      <p:sp>
        <p:nvSpPr>
          <p:cNvPr id="3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B170259-A69E-4BCF-924E-DA977BB2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022295B-39B3-47AC-9044-9648AEE3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3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B8E0273-673B-4EDD-982B-0D9907EB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1621147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041BFC06-CAF1-4117-94B2-3785B8C7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C6675C-B954-4661-92B5-0E81520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7486380-DAE0-417A-9C3C-B6E1F80A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9A03A7FF-4854-424F-95A7-B29E2C4C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205E73D7-7DB1-44D8-8FB4-E995609A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Bennani &amp; Romelli (2024) — Tone during Federal Reserve Meetings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52AD1A84-8FE1-470F-9422-02A7CBA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text-based measurement in monetary-policy deliberation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901DFA72-AD7A-4D2E-B71B-92D605C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https://doi.org/10.1016/j.jimonfin.2024.103161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7F7A3AC9-63B5-4948-8FD6-3A7A719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72FB4A16-138C-4ED3-B579-DD8A9E3E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https://doi.org/10.7910/DVN/TZEN38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ABA49200-9BEE-48A7-B40C-67698DA9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543D1791-CD21-4DB1-B35D-D444AD6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DBA4017A-5CC5-4B86-B3E0-20156A4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18A083B4-71FF-4E27-94E1-B8FBE5F8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2AF2CC49-E2E1-460C-A157-D04C9B96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704E73D5-F389-46C7-BACA-72A4552D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9A6664D8-15EE-4796-BF3F-BECCABDC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91349C56-9877-410A-A83D-5E1B87E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E082D288-0C56-42FC-8086-72BE5C9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418E036E-DA0A-4EF4-AA5B-8BB746EE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F364D2FF-7680-49CC-8470-05105A7E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190B40A7-8664-4B69-91D7-AB003E97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17307BF-FD3B-4063-86F1-5777F860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B8B5387-C594-4055-9A3B-D3B8D400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F0F76B9-2E1A-4CE9-BA2C-7040BC9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1148213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0A518AA-0B15-4665-A3D4-8205F69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AC1D13-BCFC-4668-B786-348E1462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208D4F2-7E2B-4AB5-B584-29C74134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54553285-72B6-424F-AF0E-826FFA06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6FC27414-4DAB-4730-87D6-9E61858D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Bennani &amp; Romelli (2024) — Tone during Federal Reserve Meetings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23E38C31-EB8E-4AC7-BA4D-2B80D312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text-based measurement in monetary-policy deliberation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CE86F557-CFB0-4571-851B-85B44110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https://doi.org/10.1016/j.jimonfin.2024.103161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B53A6C36-E0D6-4C1E-87BC-8B5557BA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AF4859B9-AC22-4B0B-9992-EF3750AA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10.7910/DVN/TZEN38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04A0A265-AA10-4993-B0AA-A8CA311C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public tone data, codebooks, and analysis files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EC7B72F2-9593-4B1F-BBF8-05082505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https://doi.org/10.7910/DVN/TZEN38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45462B25-E1A5-47E3-A45E-05CFBB1F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5305FFD0-2E63-45DB-BC23-91466AEC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ISLR, unsupervised learning chapter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DAE6910C-AC83-4E1B-9B4E-6FC356A2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review of clustering and unsupervised validation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16ACE33A-A1A6-43C9-ACAE-1F1D33F6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6EFE9E6-893E-4C2A-9873-CB70E58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FD77832-E29F-43FC-93C1-ECF15573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1486E0A-71B8-4C90-AE68-907AA290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1384202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83FB149-E326-4B17-B965-E80572EF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21B7F5-DC4E-4C3B-9A02-7F51FA8C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10D4634-F90A-4775-93DE-85AE88BA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0101B98A-193F-4913-A47E-7401BFDC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Centroid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B8DA6297-3597-4A6E-A608-90D650E6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mean point representing a cluster.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4970D519-3058-4860-9E00-E919BDF5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80343F62-7D92-4705-8571-92E25BDF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C5A1F870-C7DA-4F6D-9742-93F7A25F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much closer a point is to its own cluster than the nearest alternative.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52E35E7F-23DA-4F9F-90EA-6D77A14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982D9746-D72E-43B3-A98C-8E9D08A7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3AD4B7B5-4B0C-4675-BED8-25FB6753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vector representation intended to preserve semantic proximity.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318A734F-864A-4AFA-B3CE-8578BC60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9FB77FE-CE42-430A-8DD0-5D4F776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0148A60-58C5-4FB3-ABBD-7619A514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A64D4E0-885C-4AE7-B396-5A67DE6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12561770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BE1E0E11-221C-4FD3-BBF4-FC07ED9F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5EB3BF-1312-4B55-823F-7CAF14D8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627C6D9-33D0-4347-9D12-64A0757A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BAC05151-5D9E-4B7D-9F76-A735FCC7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D579DF9C-63A1-4B73-9568-01C67E7C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10.7910/DVN/TZEN38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CBB09F95-36FA-4E06-9FDA-054A6A5A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non-proprietary public files before class; the README identifies restricted third-party inputs.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C0731559-73DB-4381-9FDC-E081F5A7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77649306-0EE7-4689-BE62-40A5C391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Desktop/quantitative-methods/09-clustering-and-text-as-data/data/replication/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7F7017C6-E6D0-4397-8E15-520F033E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14E97A0-2239-492A-B5FE-30D21713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160000A-DD07-45CD-AA6B-DB6EFBD0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81BD609-CF80-4DC3-945B-7F6E227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E979BBE-4E8D-4B7D-882D-AD472B64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DC8C9E58-EB35-4D67-B9ED-1BEFE45E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3F04559-37A9-45FE-91DF-F95DBC31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20C809-D7F6-4EB1-B09F-911F62B0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9F902A8-F3B1-4F21-BD0B-053607B6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1228528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6E297A1-9CCA-43C7-ABD5-C7B9A6BE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923B3C-A2F2-410A-8C31-ACB16DB1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8BDF4551-F11B-426B-B691-4E6549D9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4E3B4265-B09C-4DD2-896C-BB00C044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90EC4F1D-4059-43DA-B94C-3956F701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does scaling change clusters?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5EADE173-7948-4D4E-BF88-EA0C57EA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A0169E36-5856-4D22-B6DF-436A9D5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79912209-0427-4F12-BA70-F4297AAA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does a negative silhouette mean?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D224F633-3CB4-4581-8AA5-1E8702BF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020E8944-363E-42A6-BB15-D0181080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11DEB822-8FCD-4299-9F96-E2C69F57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use cosine for sparse text?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AD6DBC83-15C2-4BDD-BDC2-862D7AB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C6FBD25-409E-4423-B972-D73D8D22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B305C85-A28D-4A9E-BA36-FA781EB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132978D-9569-4083-9B77-FF80B7E1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1641326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6F5FA502-4F64-4B7B-90D8-D6A76269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46EB0095-4022-468D-BBDA-31E802A9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09?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FADA2343-D6F6-4372-BA3C-E2588036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8F76CFEF-95F2-47B7-81AD-E59DA1C9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60047191-478F-42B3-97E3-56C6A74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A843C141-EDEE-4C87-89B4-AC4AFD87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E70EB364-8C1C-4DF4-A706-4F2E62DD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1DAB3238-9994-46E3-811C-1E07C022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AA22A1B4-2B2C-432A-A2B1-2D8D4472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3B50E6D2-25E8-437E-8865-69756A57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9229C757-2F0D-4343-90D5-379CDD5D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9B004ED3-86B6-4EC1-9007-8D54A59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B15FB7C8-5315-4D7D-A1E7-87B8DEAF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How do you measure something that only exists as words?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0DCBBE22-2A3A-4D4F-9FBC-ABD5F308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780BDF-A890-4213-9B17-6D981B3C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09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82EEE64-229B-4664-9E0A-06949C26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939210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2026-08-23T21:43:01.3740000Z</dcterms:created>
  <dcterms:modified xsi:type="dcterms:W3CDTF">2026-08-23T21:43:01.3740000Z</dcterms:modified>
</coreProperties>
</file>