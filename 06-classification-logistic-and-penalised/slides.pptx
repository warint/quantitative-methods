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sign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lab.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angle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2026-08-20T17:31:16Z</dcterms:created>
  <dcterms:modified xsi:type="dcterms:W3CDTF">2026-08-20T17:31:16Z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