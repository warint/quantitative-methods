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Python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First </a:t>
            </a:r>
            <a:r>
              <a:rPr>
                <a:latin typeface="Courier"/>
              </a:rPr>
              <a:t>File → Open Folder…</a:t>
            </a:r>
            <a:r>
              <a:rPr/>
              <a:t> and choose your course folder. Then: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Ollama and Qwen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The CLI agent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2026-08-19T12:45:02Z</dcterms:created>
  <dcterms:modified xsi:type="dcterms:W3CDTF">2026-08-19T12:45:02Z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