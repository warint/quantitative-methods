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Quantitative Methods in International Business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practice session.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/>
              <a:t>A browser — you will download the course folder, no account needed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practice session.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The course materials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 the course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from here on runs </a:t>
            </a:r>
            <a:r>
              <a:rPr b="1"/>
              <a:t>inside the course folder</a:t>
            </a:r>
            <a:r>
              <a:rPr/>
              <a:t>, so you need it on your machine before anything else works.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github.com/warint/quantitative-methods</a:t>
            </a:r>
          </a:p>
          <a:p>
            <a:pPr lvl="0" indent="-342900" marL="342900">
              <a:buAutoNum type="arabicPeriod"/>
            </a:pPr>
            <a:r>
              <a:rPr/>
              <a:t>Click the green </a:t>
            </a:r>
            <a:r>
              <a:rPr b="1"/>
              <a:t>Code</a:t>
            </a:r>
            <a:r>
              <a:rPr/>
              <a:t> button</a:t>
            </a:r>
          </a:p>
          <a:p>
            <a:pPr lvl="0" indent="-342900" marL="342900">
              <a:buAutoNum type="arabicPeriod"/>
            </a:pPr>
            <a:r>
              <a:rPr/>
              <a:t>Choose </a:t>
            </a:r>
            <a:r>
              <a:rPr b="1"/>
              <a:t>Download ZIP</a:t>
            </a:r>
          </a:p>
          <a:p>
            <a:pPr lvl="0" indent="-342900" marL="342900">
              <a:buAutoNum type="arabicPeriod"/>
            </a:pPr>
            <a:r>
              <a:rPr/>
              <a:t>Unzip it somewhere you will find again — Documents, not Downloads</a:t>
            </a:r>
          </a:p>
          <a:p>
            <a:pPr lvl="0" indent="0" marL="0">
              <a:buNone/>
            </a:pPr>
            <a:r>
              <a:rPr/>
              <a:t>No account needed. You are just downloading a folder.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it in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File → Open Folder…</a:t>
            </a:r>
            <a:r>
              <a:rPr/>
              <a:t> and choose the unzipped folder.</a:t>
            </a:r>
          </a:p>
          <a:p>
            <a:pPr lvl="0" indent="0" marL="0">
              <a:buNone/>
            </a:pPr>
            <a:r>
              <a:rPr/>
              <a:t>The Explorer on the left should show </a:t>
            </a:r>
            <a:r>
              <a:rPr>
                <a:latin typeface="Courier"/>
              </a:rPr>
              <a:t>README.md</a:t>
            </a:r>
            <a:r>
              <a:rPr/>
              <a:t>, </a:t>
            </a:r>
            <a:r>
              <a:rPr>
                <a:latin typeface="Courier"/>
              </a:rPr>
              <a:t>requirements.txt</a:t>
            </a:r>
            <a:r>
              <a:rPr/>
              <a:t>, a </a:t>
            </a:r>
            <a:r>
              <a:rPr>
                <a:latin typeface="Courier"/>
              </a:rPr>
              <a:t>data/</a:t>
            </a:r>
            <a:r>
              <a:rPr/>
              <a:t> folder and the numbered session folders. If it shows a single folder you have to click into, you picked the level above — go one deeper.</a:t>
            </a:r>
          </a:p>
          <a:p>
            <a:pPr lvl="0" indent="0" marL="0">
              <a:buNone/>
            </a:pPr>
            <a:r>
              <a:rPr/>
              <a:t>Keep it there. Every command in these slides is relative to this folder, and the terminal you opened is already sitting in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Session 2 you will do this properly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a ZIP gets you a </a:t>
            </a:r>
            <a:r>
              <a:rPr b="1"/>
              <a:t>snapshot</a:t>
            </a:r>
            <a:r>
              <a:rPr/>
              <a:t>. It cannot receive corrections, and it has no history.</a:t>
            </a:r>
          </a:p>
          <a:p>
            <a:pPr lvl="0"/>
            <a:r>
              <a:rPr/>
              <a:t>Before Session 2 you install git and clone the repository instead</a:t>
            </a:r>
          </a:p>
          <a:p>
            <a:pPr lvl="0"/>
            <a:r>
              <a:rPr/>
              <a:t>That version updates with </a:t>
            </a:r>
            <a:r>
              <a:rPr>
                <a:latin typeface="Courier"/>
              </a:rPr>
              <a:t>git pull</a:t>
            </a:r>
            <a:r>
              <a:rPr/>
              <a:t> when I fix something</a:t>
            </a:r>
          </a:p>
          <a:p>
            <a:pPr lvl="0"/>
            <a:r>
              <a:rPr/>
              <a:t>It is also where your group’s own work will live</a:t>
            </a:r>
          </a:p>
          <a:p>
            <a:pPr lvl="0" indent="0" marL="0">
              <a:buNone/>
            </a:pPr>
            <a:r>
              <a:rPr/>
              <a:t>For today the snapshot is enough, and it saves you creating an account before you have seen the course.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Python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With the course folder open (Step 3), run: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Ollama and Qwen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— The CLI agent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from the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The same shape as the workflow you have seen me use in class — and it is running on your laptop, on a model you downloaded.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course folder: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and accepted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practice session this term is a variation on those two terminals.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The diff shows exactly what changed, and why.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accept is a line you are claiming as correct. Read the diff.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python3</a:t>
                      </a:r>
                      <a:r>
                        <a:rPr/>
                        <a:t> not found on Windows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</a:t>
                      </a:r>
                      <a:r>
                        <a:rPr>
                          <a:latin typeface="Courier"/>
                        </a:rPr>
                        <a:t>python</a:t>
                      </a:r>
                      <a:r>
                        <a:rPr/>
                        <a:t>; if still missing, PATH was not ticked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model, editing a real file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</dc:title>
  <dc:creator>Thierry Warin</dc:creator>
  <cp:keywords/>
  <dcterms:created xsi:type="dcterms:W3CDTF">2026-08-21T12:24:16Z</dcterms:created>
  <dcterms:modified xsi:type="dcterms:W3CDTF">2026-08-21T12:24:16Z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Quantitative Methods in International Business — building your workstation</vt:lpwstr>
  </property>
  <property fmtid="{D5CDD505-2E9C-101B-9397-08002B2CF9AE}" pid="16" name="toc-title">
    <vt:lpwstr>Table of contents</vt:lpwstr>
  </property>
</Properties>
</file>