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MATH60033A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Machine Learning Methods for Economics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Git + GitHub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record of who did what.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Python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terminal in VS Codium (</a:t>
            </a:r>
            <a:r>
              <a:rPr>
                <a:latin typeface="Courier"/>
              </a:rPr>
              <a:t>Ctrl+`</a:t>
            </a:r>
            <a:r>
              <a:rPr/>
              <a:t>) and run, from the course folder: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Then activate it: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Your prompt now starts with </a:t>
            </a:r>
            <a:r>
              <a:rPr>
                <a:latin typeface="Courier"/>
              </a:rPr>
              <a:t>(.venv)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This pulls numpy, pandas, scikit-learn, statsmodels, matplotlib and the rest. It takes a few minutes.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No red error text at the end, and: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Ollama and Qwen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macOS / Linux</a:t>
            </a:r>
          </a:p>
          <a:p>
            <a:pPr lvl="0" indent="0">
              <a:buNone/>
            </a:pPr>
            <a:r>
              <a:rPr>
                <a:latin typeface="Courier"/>
              </a:rPr>
              <a:t>curl </a:t>
            </a:r>
            <a:r>
              <a:rPr>
                <a:solidFill>
                  <a:srgbClr val="7D9029"/>
                </a:solidFill>
                <a:latin typeface="Courier"/>
              </a:rPr>
              <a:t>-fsSL</a:t>
            </a:r>
            <a:r>
              <a:rPr>
                <a:latin typeface="Courier"/>
              </a:rPr>
              <a:t> https://ollama.com/install.sh </a:t>
            </a:r>
            <a:r>
              <a:rPr b="1">
                <a:solidFill>
                  <a:srgbClr val="007020"/>
                </a:solidFill>
                <a:latin typeface="Courier"/>
              </a:rPr>
              <a:t>|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sh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installer from </a:t>
            </a:r>
            <a:r>
              <a:rPr b="1"/>
              <a:t>ollama.com/download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 b="1"/>
              <a:t>Check.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The CLI agent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the way I talk to Claude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Same shape as the workflow you have seen me use. Different engine, and it is running on your laptop.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VS Codium terminal, with your </a:t>
            </a:r>
            <a:r>
              <a:rPr>
                <a:latin typeface="Courier"/>
              </a:rPr>
              <a:t>.venv</a:t>
            </a:r>
            <a:r>
              <a:rPr/>
              <a:t> active: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  <a:p>
            <a:pPr lvl="0" indent="0" marL="0">
              <a:buNone/>
            </a:pPr>
            <a:r>
              <a:rPr/>
              <a:t>Then tell it where Ollama lives: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restart the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  <a:p>
            <a:pPr lvl="0" indent="0" marL="0">
              <a:buNone/>
            </a:pPr>
            <a:r>
              <a:rPr/>
              <a:t>Now you are in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 and
 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diff, and asks to apply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aider does to your git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aider </a:t>
            </a:r>
            <a:r>
              <a:rPr b="1"/>
              <a:t>commits automatically</a:t>
            </a:r>
            <a:r>
              <a:rPr/>
              <a:t> after each change it applies.</a:t>
            </a:r>
          </a:p>
          <a:p>
            <a:pPr lvl="0" indent="0" marL="0">
              <a:buNone/>
            </a:pPr>
            <a:r>
              <a:rPr/>
              <a:t>That is usually what you want — but this course counts commits as evidence of who did the work: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see what it did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log </a:t>
            </a:r>
            <a:r>
              <a:rPr>
                <a:solidFill>
                  <a:srgbClr val="7D9029"/>
                </a:solidFill>
                <a:latin typeface="Courier"/>
              </a:rPr>
              <a:t>--oneline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turn auto-commit off if you'd rather commit yourself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 </a:t>
            </a:r>
            <a:r>
              <a:rPr>
                <a:solidFill>
                  <a:srgbClr val="7D9029"/>
                </a:solidFill>
                <a:latin typeface="Courier"/>
              </a:rPr>
              <a:t>--no-auto-commits</a:t>
            </a:r>
          </a:p>
          <a:p>
            <a:pPr lvl="0" indent="0" marL="0">
              <a:buNone/>
            </a:pPr>
            <a:r>
              <a:rPr/>
              <a:t>Commits made by the agent are attributed to </a:t>
            </a:r>
            <a:r>
              <a:rPr b="1"/>
              <a:t>you</a:t>
            </a:r>
            <a:r>
              <a:rPr/>
              <a:t>. That is correct — you directed it. But read the diff before you accept it: you are answerable for every line in your repository.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GitHub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your account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</a:t>
            </a:r>
            <a:r>
              <a:rPr/>
              <a:t> and choose </a:t>
            </a:r>
            <a:r>
              <a:rPr b="1"/>
              <a:t>Sign up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Use an email you will still have after you graduate.</a:t>
            </a:r>
          </a:p>
          <a:p>
            <a:pPr lvl="0" indent="-342900" marL="342900">
              <a:buAutoNum type="arabicPeriod"/>
            </a:pPr>
            <a:r>
              <a:rPr/>
              <a:t>Pick a username you would put on a CV — this is a professional record.</a:t>
            </a:r>
          </a:p>
          <a:p>
            <a:pPr lvl="0" indent="-342900" marL="342900">
              <a:buAutoNum type="arabicPeriod"/>
            </a:pPr>
            <a:r>
              <a:rPr/>
              <a:t>Verify the email GitHub sends you.</a:t>
            </a:r>
          </a:p>
          <a:p>
            <a:pPr lvl="0" indent="-342900" marL="342900">
              <a:buAutoNum type="arabicPeriod"/>
            </a:pPr>
            <a:r>
              <a:rPr/>
              <a:t>Enable </a:t>
            </a:r>
            <a:r>
              <a:rPr b="1"/>
              <a:t>two-factor authentication</a:t>
            </a:r>
            <a:r>
              <a:rPr/>
              <a:t> when prompted. GitHub requires it.</a:t>
            </a:r>
          </a:p>
          <a:p>
            <a:pPr lvl="0" indent="0" marL="0">
              <a:buNone/>
            </a:pPr>
            <a:r>
              <a:rPr/>
              <a:t>[ github.com/signup — email, password, username, then a verification puzzle ]</a:t>
            </a:r>
          </a:p>
          <a:p>
            <a:pPr lvl="0" indent="0" marL="0">
              <a:buNone/>
            </a:pPr>
            <a:r>
              <a:rPr/>
              <a:t>Free accounts include unlimited private repositories. You do not need a paid plan.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 git who you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VS Codium terminal: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  <a:r>
              <a:rPr>
                <a:latin typeface="Courier"/>
              </a:rPr>
              <a:t>   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install from git-scm.com if missing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config </a:t>
            </a:r>
            <a:r>
              <a:rPr>
                <a:solidFill>
                  <a:srgbClr val="7D9029"/>
                </a:solidFill>
                <a:latin typeface="Courier"/>
              </a:rPr>
              <a:t>--global</a:t>
            </a:r>
            <a:r>
              <a:rPr>
                <a:latin typeface="Courier"/>
              </a:rPr>
              <a:t> user.name  </a:t>
            </a:r>
            <a:r>
              <a:rPr>
                <a:solidFill>
                  <a:srgbClr val="4070A0"/>
                </a:solidFill>
                <a:latin typeface="Courier"/>
              </a:rPr>
              <a:t>"Your Full Name"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config </a:t>
            </a:r>
            <a:r>
              <a:rPr>
                <a:solidFill>
                  <a:srgbClr val="7D9029"/>
                </a:solidFill>
                <a:latin typeface="Courier"/>
              </a:rPr>
              <a:t>--global</a:t>
            </a:r>
            <a:r>
              <a:rPr>
                <a:latin typeface="Courier"/>
              </a:rPr>
              <a:t> user.email </a:t>
            </a:r>
            <a:r>
              <a:rPr>
                <a:solidFill>
                  <a:srgbClr val="4070A0"/>
                </a:solidFill>
                <a:latin typeface="Courier"/>
              </a:rPr>
              <a:t>"your.name@hec.ca"</a:t>
            </a:r>
          </a:p>
          <a:p>
            <a:pPr lvl="0" indent="0" marL="0">
              <a:buNone/>
            </a:pPr>
            <a:r>
              <a:rPr b="1"/>
              <a:t>Use your real name and your university email.</a:t>
            </a:r>
            <a:r>
              <a:rPr/>
              <a:t> Your commit history is one of four records this course uses to check that all three group members did the work. Commits from </a:t>
            </a:r>
            <a:r>
              <a:rPr>
                <a:latin typeface="Courier"/>
              </a:rPr>
              <a:t>unknown@localhost</a:t>
            </a:r>
            <a:r>
              <a:rPr/>
              <a:t> cannot be attributed to you, and unattributed work counts as work you did not do.</a:t>
            </a:r>
          </a:p>
          <a:p>
            <a:pPr lvl="0" indent="0" marL="0">
              <a:buNone/>
            </a:pPr>
            <a:r>
              <a:rPr/>
              <a:t>Report your exact </a:t>
            </a:r>
            <a:r>
              <a:rPr>
                <a:latin typeface="Courier"/>
              </a:rPr>
              <a:t>user.name</a:t>
            </a:r>
            <a:r>
              <a:rPr/>
              <a:t> and </a:t>
            </a:r>
            <a:r>
              <a:rPr>
                <a:latin typeface="Courier"/>
              </a:rPr>
              <a:t>user.email</a:t>
            </a:r>
            <a:r>
              <a:rPr/>
              <a:t> to me in Session 1.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Create your repository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github.com, click </a:t>
            </a:r>
            <a:r>
              <a:rPr b="1"/>
              <a:t>+</a:t>
            </a:r>
            <a:r>
              <a:rPr/>
              <a:t> (top right) → </a:t>
            </a:r>
            <a:r>
              <a:rPr b="1"/>
              <a:t>New repository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to put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Repository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math60033a-gXX</a:t>
                      </a:r>
                      <a:r>
                        <a:rPr/>
                        <a:t> (XX = your group number)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Description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MATH60033A group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Visibility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Private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Initialize with README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tick 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github.com/new — owner, repository name, description, Public/Private, README checkbox ]</a:t>
            </a:r>
          </a:p>
          <a:p>
            <a:pPr lvl="0" indent="0" marL="0">
              <a:buNone/>
            </a:pPr>
            <a:r>
              <a:rPr/>
              <a:t>Then </a:t>
            </a:r>
            <a:r>
              <a:rPr b="1"/>
              <a:t>Settings → Collaborators</a:t>
            </a:r>
            <a:r>
              <a:rPr/>
              <a:t> and add your two teammates and me.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 — Connect it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Clone your repo into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your repository page, click the green </a:t>
            </a:r>
            <a:r>
              <a:rPr b="1"/>
              <a:t>Code</a:t>
            </a:r>
            <a:r>
              <a:rPr/>
              <a:t> button and copy the </a:t>
            </a:r>
            <a:r>
              <a:rPr b="1"/>
              <a:t>HTTPS</a:t>
            </a:r>
            <a:r>
              <a:rPr/>
              <a:t> URL.</a:t>
            </a:r>
          </a:p>
          <a:p>
            <a:pPr lvl="0" indent="0" marL="0">
              <a:buNone/>
            </a:pPr>
            <a:r>
              <a:rPr/>
              <a:t>In the VS Codium terminal: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clone https://github.com/YOUR-USERNAME/math60033a-gXX.git</a:t>
            </a:r>
            <a:br/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math60033a-gXX</a:t>
            </a:r>
          </a:p>
          <a:p>
            <a:pPr lvl="0" indent="0" marL="0">
              <a:buNone/>
            </a:pPr>
            <a:r>
              <a:rPr/>
              <a:t>Then </a:t>
            </a:r>
            <a:r>
              <a:rPr>
                <a:latin typeface="Courier"/>
              </a:rPr>
              <a:t>File → Open Folder…</a:t>
            </a:r>
            <a:r>
              <a:rPr/>
              <a:t> and choose that folder.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The Explorer shows </a:t>
            </a:r>
            <a:r>
              <a:rPr>
                <a:latin typeface="Courier"/>
              </a:rPr>
              <a:t>README.md</a:t>
            </a:r>
            <a:r>
              <a:rPr/>
              <a:t>, and the bottom-left of the window shows the branch name </a:t>
            </a:r>
            <a:r>
              <a:rPr>
                <a:latin typeface="Courier"/>
              </a:rPr>
              <a:t>main</a:t>
            </a:r>
            <a:r>
              <a:rPr/>
              <a:t>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Authenticating the first time you push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first push, GitHub asks for credentials. </a:t>
            </a:r>
            <a:r>
              <a:rPr b="1"/>
              <a:t>Your account password will not work</a:t>
            </a:r>
            <a:r>
              <a:rPr/>
              <a:t> — it wants a token.</a:t>
            </a:r>
          </a:p>
          <a:p>
            <a:pPr lvl="0" indent="-342900" marL="342900">
              <a:buAutoNum type="arabicPeriod"/>
            </a:pPr>
            <a:r>
              <a:rPr/>
              <a:t>github.com → your avatar → </a:t>
            </a:r>
            <a:r>
              <a:rPr b="1"/>
              <a:t>Settings</a:t>
            </a:r>
          </a:p>
          <a:p>
            <a:pPr lvl="0" indent="-342900" marL="342900">
              <a:buAutoNum type="arabicPeriod"/>
            </a:pPr>
            <a:r>
              <a:rPr b="1"/>
              <a:t>Developer settings</a:t>
            </a:r>
            <a:r>
              <a:rPr/>
              <a:t> → </a:t>
            </a:r>
            <a:r>
              <a:rPr b="1"/>
              <a:t>Personal access tokens</a:t>
            </a:r>
            <a:r>
              <a:rPr/>
              <a:t> → </a:t>
            </a:r>
            <a:r>
              <a:rPr b="1"/>
              <a:t>Tokens (classic)</a:t>
            </a:r>
          </a:p>
          <a:p>
            <a:pPr lvl="0" indent="-342900" marL="342900">
              <a:buAutoNum type="arabicPeriod"/>
            </a:pPr>
            <a:r>
              <a:rPr b="1"/>
              <a:t>Generate new token</a:t>
            </a:r>
            <a:r>
              <a:rPr/>
              <a:t>, tick the </a:t>
            </a:r>
            <a:r>
              <a:rPr b="1">
                <a:latin typeface="Courier"/>
              </a:rPr>
              <a:t>repo</a:t>
            </a:r>
            <a:r>
              <a:rPr/>
              <a:t> scope, set an expiry</a:t>
            </a:r>
          </a:p>
          <a:p>
            <a:pPr lvl="0" indent="-342900" marL="342900">
              <a:buAutoNum type="arabicPeriod"/>
            </a:pPr>
            <a:r>
              <a:rPr/>
              <a:t>Copy the token — </a:t>
            </a:r>
            <a:r>
              <a:rPr b="1"/>
              <a:t>it is shown once</a:t>
            </a:r>
          </a:p>
          <a:p>
            <a:pPr lvl="0" indent="-342900" marL="342900">
              <a:buAutoNum type="arabicPeriod"/>
            </a:pPr>
            <a:r>
              <a:rPr/>
              <a:t>Paste it when git asks for your </a:t>
            </a:r>
            <a:r>
              <a:rPr i="1"/>
              <a:t>password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config </a:t>
            </a:r>
            <a:r>
              <a:rPr>
                <a:solidFill>
                  <a:srgbClr val="7D9029"/>
                </a:solidFill>
                <a:latin typeface="Courier"/>
              </a:rPr>
              <a:t>--global</a:t>
            </a:r>
            <a:r>
              <a:rPr>
                <a:latin typeface="Courier"/>
              </a:rPr>
              <a:t> credential.helper store</a:t>
            </a:r>
          </a:p>
          <a:p>
            <a:pPr lvl="0" indent="0" marL="0">
              <a:buNone/>
            </a:pPr>
            <a:r>
              <a:rPr/>
              <a:t>stores it so you are asked only once.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round trip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echo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"# Group XX — MATH60033A"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&gt;&gt;</a:t>
            </a:r>
            <a:r>
              <a:rPr>
                <a:latin typeface="Courier"/>
              </a:rPr>
              <a:t> README.md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add README.md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commit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"Start the group log"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push</a:t>
            </a:r>
          </a:p>
          <a:p>
            <a:pPr lvl="0" indent="0" marL="0">
              <a:buNone/>
            </a:pPr>
            <a:r>
              <a:rPr/>
              <a:t>Refresh your repository page in the browser. Your line is there.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You have now completed the full loop: edit locally → commit → push → visible on GitHub. Everything else this term is a variation on that loop.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Putting all of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is installed. This is what a working session actually looks like.</a:t>
            </a:r>
          </a:p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repository: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math60033a-gXX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 with pandas,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log </a:t>
            </a:r>
            <a:r>
              <a:rPr>
                <a:solidFill>
                  <a:srgbClr val="7D9029"/>
                </a:solidFill>
                <a:latin typeface="Courier"/>
              </a:rPr>
              <a:t>--oneline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-1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push</a:t>
            </a:r>
          </a:p>
          <a:p>
            <a:pPr lvl="0" indent="0" marL="0">
              <a:buNone/>
            </a:pPr>
            <a:r>
              <a:rPr b="1"/>
              <a:t>You have just:</a:t>
            </a:r>
            <a:r>
              <a:rPr/>
              <a:t> run a model on your own hardware, had it write code against real data, reviewed the change, committed it under your name, and published it to your group’s repository — </a:t>
            </a:r>
            <a:r>
              <a:rPr b="1"/>
              <a:t>without sending one byte to anyone’s API.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Commits carry your name; the diff carries the reasoning.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commit is a line you are claiming as correct. Read the diff.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git push</a:t>
                      </a:r>
                      <a:r>
                        <a:rPr/>
                        <a:t> rejects your password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personal access token, not the password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repository root, with </a:t>
            </a:r>
            <a:r>
              <a:rPr>
                <a:latin typeface="Courier"/>
              </a:rPr>
              <a:t>.venv</a:t>
            </a:r>
            <a:r>
              <a:rPr/>
              <a:t> active: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</a:t>
            </a:r>
          </a:p>
          <a:p>
            <a:pPr lvl="0"/>
            <a:r>
              <a:rPr/>
              <a:t>✅ GitHub account, private group repository, teammates added</a:t>
            </a:r>
          </a:p>
          <a:p>
            <a:pPr lvl="0"/>
            <a:r>
              <a:rPr/>
              <a:t>✅ One commit pushed from your machine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MATH60033A</dc:title>
  <dc:creator>Thierry Warin</dc:creator>
  <cp:keywords/>
  <dcterms:created xsi:type="dcterms:W3CDTF">2026-08-18T15:46:25Z</dcterms:created>
  <dcterms:modified xsi:type="dcterms:W3CDTF">2026-08-18T15:46:25Z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Machine Learning Methods for Economics — building your workstation</vt:lpwstr>
  </property>
  <property fmtid="{D5CDD505-2E9C-101B-9397-08002B2CF9AE}" pid="16" name="toc-title">
    <vt:lpwstr>Table of contents</vt:lpwstr>
  </property>
</Properties>
</file>