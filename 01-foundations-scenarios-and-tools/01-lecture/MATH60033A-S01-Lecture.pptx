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4d6fe6bda4bba" /><Relationship Type="http://schemas.openxmlformats.org/officeDocument/2006/relationships/extended-properties" Target="/docProps/app.xml" Id="R0a9b8047590142fa" /><Relationship Type="http://schemas.openxmlformats.org/officeDocument/2006/relationships/officeDocument" Target="/ppt/presentation.xml" Id="Rd31e4923ffd5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1a38caf84484a"/>
  </p:sldMasterIdLst>
  <p:notesMasterIdLst>
    <p:notesMasterId xmlns:r="http://schemas.openxmlformats.org/officeDocument/2006/relationships" r:id="R8376f9e9826b4fb5"/>
  </p:notesMasterIdLst>
  <p:sldIdLst>
    <p:sldId xmlns:r="http://schemas.openxmlformats.org/officeDocument/2006/relationships" id="256" r:id="R412a5f86c17b4238"/>
    <p:sldId xmlns:r="http://schemas.openxmlformats.org/officeDocument/2006/relationships" id="257" r:id="R084b5fbb0a7f491f"/>
    <p:sldId xmlns:r="http://schemas.openxmlformats.org/officeDocument/2006/relationships" id="258" r:id="Re30be3d4932f44d2"/>
    <p:sldId xmlns:r="http://schemas.openxmlformats.org/officeDocument/2006/relationships" id="259" r:id="R165ca9cafad74979"/>
    <p:sldId xmlns:r="http://schemas.openxmlformats.org/officeDocument/2006/relationships" id="260" r:id="Rb4e119a8a77e4c84"/>
    <p:sldId xmlns:r="http://schemas.openxmlformats.org/officeDocument/2006/relationships" id="261" r:id="Ra7fe3dd012354b29"/>
    <p:sldId xmlns:r="http://schemas.openxmlformats.org/officeDocument/2006/relationships" id="262" r:id="Rf3f21945914b4526"/>
    <p:sldId xmlns:r="http://schemas.openxmlformats.org/officeDocument/2006/relationships" id="263" r:id="R05f2c2c7776e43b7"/>
    <p:sldId xmlns:r="http://schemas.openxmlformats.org/officeDocument/2006/relationships" id="264" r:id="R02578a68b1a948bc"/>
    <p:sldId xmlns:r="http://schemas.openxmlformats.org/officeDocument/2006/relationships" id="265" r:id="R2988036dd8ed4354"/>
    <p:sldId xmlns:r="http://schemas.openxmlformats.org/officeDocument/2006/relationships" id="266" r:id="R9a9331e3e21048ce"/>
    <p:sldId xmlns:r="http://schemas.openxmlformats.org/officeDocument/2006/relationships" id="267" r:id="Ra67934f53f4c4baa"/>
    <p:sldId xmlns:r="http://schemas.openxmlformats.org/officeDocument/2006/relationships" id="268" r:id="R99e6bf71c07146b6"/>
    <p:sldId xmlns:r="http://schemas.openxmlformats.org/officeDocument/2006/relationships" id="269" r:id="R574cb6df3df546f9"/>
    <p:sldId xmlns:r="http://schemas.openxmlformats.org/officeDocument/2006/relationships" id="270" r:id="Re73f22c63b824d3e"/>
    <p:sldId xmlns:r="http://schemas.openxmlformats.org/officeDocument/2006/relationships" id="271" r:id="R402d99e8aa44410a"/>
    <p:sldId xmlns:r="http://schemas.openxmlformats.org/officeDocument/2006/relationships" id="272" r:id="Rd0531fcc750248e8"/>
    <p:sldId xmlns:r="http://schemas.openxmlformats.org/officeDocument/2006/relationships" id="273" r:id="Reba709c876bb4ded"/>
    <p:sldId xmlns:r="http://schemas.openxmlformats.org/officeDocument/2006/relationships" id="274" r:id="R97c1bbf913f64533"/>
    <p:sldId xmlns:r="http://schemas.openxmlformats.org/officeDocument/2006/relationships" id="275" r:id="Rb07f62959af549ee"/>
    <p:sldId xmlns:r="http://schemas.openxmlformats.org/officeDocument/2006/relationships" id="276" r:id="Rd4c21a350af44a0c"/>
    <p:sldId xmlns:r="http://schemas.openxmlformats.org/officeDocument/2006/relationships" id="277" r:id="Rca0d835173484fbe"/>
    <p:sldId xmlns:r="http://schemas.openxmlformats.org/officeDocument/2006/relationships" id="278" r:id="R795c3f0dcd3c435b"/>
    <p:sldId xmlns:r="http://schemas.openxmlformats.org/officeDocument/2006/relationships" id="279" r:id="Rcc08b33190f64338"/>
    <p:sldId xmlns:r="http://schemas.openxmlformats.org/officeDocument/2006/relationships" id="280" r:id="R024da8e051b84ae1"/>
    <p:sldId xmlns:r="http://schemas.openxmlformats.org/officeDocument/2006/relationships" id="281" r:id="R6386767cdc194b19"/>
    <p:sldId xmlns:r="http://schemas.openxmlformats.org/officeDocument/2006/relationships" id="282" r:id="R97cfb92f2fc741b4"/>
    <p:sldId xmlns:r="http://schemas.openxmlformats.org/officeDocument/2006/relationships" id="283" r:id="R398b2579d8854f7b"/>
    <p:sldId xmlns:r="http://schemas.openxmlformats.org/officeDocument/2006/relationships" id="284" r:id="R84283cfcbd7c4fe3"/>
    <p:sldId xmlns:r="http://schemas.openxmlformats.org/officeDocument/2006/relationships" id="285" r:id="R1c62036a5d4f4b26"/>
    <p:sldId xmlns:r="http://schemas.openxmlformats.org/officeDocument/2006/relationships" id="286" r:id="Ra985c31694ce48c6"/>
    <p:sldId xmlns:r="http://schemas.openxmlformats.org/officeDocument/2006/relationships" id="287" r:id="Re900afc3e91e447f"/>
    <p:sldId xmlns:r="http://schemas.openxmlformats.org/officeDocument/2006/relationships" id="288" r:id="Rad1ebde7326542ce"/>
    <p:sldId xmlns:r="http://schemas.openxmlformats.org/officeDocument/2006/relationships" id="289" r:id="R50ef0c48d9314c41"/>
    <p:sldId xmlns:r="http://schemas.openxmlformats.org/officeDocument/2006/relationships" id="290" r:id="R58430e0a052549cd"/>
    <p:sldId xmlns:r="http://schemas.openxmlformats.org/officeDocument/2006/relationships" id="291" r:id="Rfdf33669b871453b"/>
    <p:sldId xmlns:r="http://schemas.openxmlformats.org/officeDocument/2006/relationships" id="292" r:id="R34023d99fb574383"/>
    <p:sldId xmlns:r="http://schemas.openxmlformats.org/officeDocument/2006/relationships" id="293" r:id="R3074855537ca4528"/>
    <p:sldId xmlns:r="http://schemas.openxmlformats.org/officeDocument/2006/relationships" id="294" r:id="R507a14ed69834b5f"/>
    <p:sldId xmlns:r="http://schemas.openxmlformats.org/officeDocument/2006/relationships" id="295" r:id="R9edc66574f6f4618"/>
    <p:sldId xmlns:r="http://schemas.openxmlformats.org/officeDocument/2006/relationships" id="296" r:id="R6539b69a144948c6"/>
    <p:sldId xmlns:r="http://schemas.openxmlformats.org/officeDocument/2006/relationships" id="297" r:id="Ra6b7c17c4810437c"/>
    <p:sldId xmlns:r="http://schemas.openxmlformats.org/officeDocument/2006/relationships" id="298" r:id="R8597143e150b40ac"/>
    <p:sldId xmlns:r="http://schemas.openxmlformats.org/officeDocument/2006/relationships" id="299" r:id="R8f6408c8a78a4053"/>
    <p:sldId xmlns:r="http://schemas.openxmlformats.org/officeDocument/2006/relationships" id="300" r:id="R3c94aee70c1643c8"/>
    <p:sldId xmlns:r="http://schemas.openxmlformats.org/officeDocument/2006/relationships" id="301" r:id="R403384de643c4eeb"/>
    <p:sldId xmlns:r="http://schemas.openxmlformats.org/officeDocument/2006/relationships" id="302" r:id="R5a4a17989ff848cd"/>
    <p:sldId xmlns:r="http://schemas.openxmlformats.org/officeDocument/2006/relationships" id="303" r:id="R0a4dabd57f4d46e7"/>
    <p:sldId xmlns:r="http://schemas.openxmlformats.org/officeDocument/2006/relationships" id="304" r:id="Re01a59d29d3645a5"/>
    <p:sldId xmlns:r="http://schemas.openxmlformats.org/officeDocument/2006/relationships" id="305" r:id="R5486cbc3be3845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b2e501f7a5414b" /><Relationship Type="http://schemas.openxmlformats.org/officeDocument/2006/relationships/slideMaster" Target="/ppt/slideMasters/slideMaster1.xml" Id="R6671a38caf84484a" /><Relationship Type="http://schemas.openxmlformats.org/officeDocument/2006/relationships/notesMaster" Target="/ppt/notesMasters/notesMaster1.xml" Id="R8376f9e9826b4fb5" /><Relationship Type="http://schemas.openxmlformats.org/officeDocument/2006/relationships/presProps" Target="/ppt/presProps.xml" Id="R60ad0a849c1b44c5" /><Relationship Type="http://schemas.openxmlformats.org/officeDocument/2006/relationships/tableStyles" Target="/ppt/tableStyles.xml" Id="R310eb9de013b42b8" /><Relationship Type="http://schemas.openxmlformats.org/officeDocument/2006/relationships/slide" Target="/ppt/slides/slide1.xml" Id="R412a5f86c17b4238" /><Relationship Type="http://schemas.openxmlformats.org/officeDocument/2006/relationships/slide" Target="/ppt/slides/slide2.xml" Id="R084b5fbb0a7f491f" /><Relationship Type="http://schemas.openxmlformats.org/officeDocument/2006/relationships/slide" Target="/ppt/slides/slide3.xml" Id="Re30be3d4932f44d2" /><Relationship Type="http://schemas.openxmlformats.org/officeDocument/2006/relationships/slide" Target="/ppt/slides/slide4.xml" Id="R165ca9cafad74979" /><Relationship Type="http://schemas.openxmlformats.org/officeDocument/2006/relationships/slide" Target="/ppt/slides/slide5.xml" Id="Rb4e119a8a77e4c84" /><Relationship Type="http://schemas.openxmlformats.org/officeDocument/2006/relationships/slide" Target="/ppt/slides/slide6.xml" Id="Ra7fe3dd012354b29" /><Relationship Type="http://schemas.openxmlformats.org/officeDocument/2006/relationships/slide" Target="/ppt/slides/slide7.xml" Id="Rf3f21945914b4526" /><Relationship Type="http://schemas.openxmlformats.org/officeDocument/2006/relationships/slide" Target="/ppt/slides/slide8.xml" Id="R05f2c2c7776e43b7" /><Relationship Type="http://schemas.openxmlformats.org/officeDocument/2006/relationships/slide" Target="/ppt/slides/slide9.xml" Id="R02578a68b1a948bc" /><Relationship Type="http://schemas.openxmlformats.org/officeDocument/2006/relationships/slide" Target="/ppt/slides/slide10.xml" Id="R2988036dd8ed4354" /><Relationship Type="http://schemas.openxmlformats.org/officeDocument/2006/relationships/slide" Target="/ppt/slides/slide11.xml" Id="R9a9331e3e21048ce" /><Relationship Type="http://schemas.openxmlformats.org/officeDocument/2006/relationships/slide" Target="/ppt/slides/slide12.xml" Id="Ra67934f53f4c4baa" /><Relationship Type="http://schemas.openxmlformats.org/officeDocument/2006/relationships/slide" Target="/ppt/slides/slide13.xml" Id="R99e6bf71c07146b6" /><Relationship Type="http://schemas.openxmlformats.org/officeDocument/2006/relationships/slide" Target="/ppt/slides/slide14.xml" Id="R574cb6df3df546f9" /><Relationship Type="http://schemas.openxmlformats.org/officeDocument/2006/relationships/slide" Target="/ppt/slides/slide15.xml" Id="Re73f22c63b824d3e" /><Relationship Type="http://schemas.openxmlformats.org/officeDocument/2006/relationships/slide" Target="/ppt/slides/slide16.xml" Id="R402d99e8aa44410a" /><Relationship Type="http://schemas.openxmlformats.org/officeDocument/2006/relationships/slide" Target="/ppt/slides/slide17.xml" Id="Rd0531fcc750248e8" /><Relationship Type="http://schemas.openxmlformats.org/officeDocument/2006/relationships/slide" Target="/ppt/slides/slide18.xml" Id="Reba709c876bb4ded" /><Relationship Type="http://schemas.openxmlformats.org/officeDocument/2006/relationships/slide" Target="/ppt/slides/slide19.xml" Id="R97c1bbf913f64533" /><Relationship Type="http://schemas.openxmlformats.org/officeDocument/2006/relationships/slide" Target="/ppt/slides/slide20.xml" Id="Rb07f62959af549ee" /><Relationship Type="http://schemas.openxmlformats.org/officeDocument/2006/relationships/slide" Target="/ppt/slides/slide21.xml" Id="Rd4c21a350af44a0c" /><Relationship Type="http://schemas.openxmlformats.org/officeDocument/2006/relationships/slide" Target="/ppt/slides/slide22.xml" Id="Rca0d835173484fbe" /><Relationship Type="http://schemas.openxmlformats.org/officeDocument/2006/relationships/slide" Target="/ppt/slides/slide23.xml" Id="R795c3f0dcd3c435b" /><Relationship Type="http://schemas.openxmlformats.org/officeDocument/2006/relationships/slide" Target="/ppt/slides/slide24.xml" Id="Rcc08b33190f64338" /><Relationship Type="http://schemas.openxmlformats.org/officeDocument/2006/relationships/slide" Target="/ppt/slides/slide25.xml" Id="R024da8e051b84ae1" /><Relationship Type="http://schemas.openxmlformats.org/officeDocument/2006/relationships/slide" Target="/ppt/slides/slide26.xml" Id="R6386767cdc194b19" /><Relationship Type="http://schemas.openxmlformats.org/officeDocument/2006/relationships/slide" Target="/ppt/slides/slide27.xml" Id="R97cfb92f2fc741b4" /><Relationship Type="http://schemas.openxmlformats.org/officeDocument/2006/relationships/slide" Target="/ppt/slides/slide28.xml" Id="R398b2579d8854f7b" /><Relationship Type="http://schemas.openxmlformats.org/officeDocument/2006/relationships/slide" Target="/ppt/slides/slide29.xml" Id="R84283cfcbd7c4fe3" /><Relationship Type="http://schemas.openxmlformats.org/officeDocument/2006/relationships/slide" Target="/ppt/slides/slide30.xml" Id="R1c62036a5d4f4b26" /><Relationship Type="http://schemas.openxmlformats.org/officeDocument/2006/relationships/slide" Target="/ppt/slides/slide31.xml" Id="Ra985c31694ce48c6" /><Relationship Type="http://schemas.openxmlformats.org/officeDocument/2006/relationships/slide" Target="/ppt/slides/slide32.xml" Id="Re900afc3e91e447f" /><Relationship Type="http://schemas.openxmlformats.org/officeDocument/2006/relationships/slide" Target="/ppt/slides/slide33.xml" Id="Rad1ebde7326542ce" /><Relationship Type="http://schemas.openxmlformats.org/officeDocument/2006/relationships/slide" Target="/ppt/slides/slide34.xml" Id="R50ef0c48d9314c41" /><Relationship Type="http://schemas.openxmlformats.org/officeDocument/2006/relationships/slide" Target="/ppt/slides/slide35.xml" Id="R58430e0a052549cd" /><Relationship Type="http://schemas.openxmlformats.org/officeDocument/2006/relationships/slide" Target="/ppt/slides/slide36.xml" Id="Rfdf33669b871453b" /><Relationship Type="http://schemas.openxmlformats.org/officeDocument/2006/relationships/slide" Target="/ppt/slides/slide37.xml" Id="R34023d99fb574383" /><Relationship Type="http://schemas.openxmlformats.org/officeDocument/2006/relationships/slide" Target="/ppt/slides/slide38.xml" Id="R3074855537ca4528" /><Relationship Type="http://schemas.openxmlformats.org/officeDocument/2006/relationships/slide" Target="/ppt/slides/slide39.xml" Id="R507a14ed69834b5f" /><Relationship Type="http://schemas.openxmlformats.org/officeDocument/2006/relationships/slide" Target="/ppt/slides/slide40.xml" Id="R9edc66574f6f4618" /><Relationship Type="http://schemas.openxmlformats.org/officeDocument/2006/relationships/slide" Target="/ppt/slides/slide41.xml" Id="R6539b69a144948c6" /><Relationship Type="http://schemas.openxmlformats.org/officeDocument/2006/relationships/slide" Target="/ppt/slides/slide42.xml" Id="Ra6b7c17c4810437c" /><Relationship Type="http://schemas.openxmlformats.org/officeDocument/2006/relationships/slide" Target="/ppt/slides/slide43.xml" Id="R8597143e150b40ac" /><Relationship Type="http://schemas.openxmlformats.org/officeDocument/2006/relationships/slide" Target="/ppt/slides/slide44.xml" Id="R8f6408c8a78a4053" /><Relationship Type="http://schemas.openxmlformats.org/officeDocument/2006/relationships/slide" Target="/ppt/slides/slide45.xml" Id="R3c94aee70c1643c8" /><Relationship Type="http://schemas.openxmlformats.org/officeDocument/2006/relationships/slide" Target="/ppt/slides/slide46.xml" Id="R403384de643c4eeb" /><Relationship Type="http://schemas.openxmlformats.org/officeDocument/2006/relationships/slide" Target="/ppt/slides/slide47.xml" Id="R5a4a17989ff848cd" /><Relationship Type="http://schemas.openxmlformats.org/officeDocument/2006/relationships/slide" Target="/ppt/slides/slide48.xml" Id="R0a4dabd57f4d46e7" /><Relationship Type="http://schemas.openxmlformats.org/officeDocument/2006/relationships/slide" Target="/ppt/slides/slide49.xml" Id="Re01a59d29d3645a5" /><Relationship Type="http://schemas.openxmlformats.org/officeDocument/2006/relationships/slide" Target="/ppt/slides/slide50.xml" Id="R5486cbc3be38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c40074ada0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9ec6fc0c14fbb" /><Relationship Type="http://schemas.openxmlformats.org/officeDocument/2006/relationships/notesMaster" Target="/ppt/notesMasters/notesMaster1.xml" Id="Rbe72b9868f52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91ed74d96442e3" /><Relationship Type="http://schemas.openxmlformats.org/officeDocument/2006/relationships/notesMaster" Target="/ppt/notesMasters/notesMaster1.xml" Id="R2f1946bf3bd7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d75564d2f34709" /><Relationship Type="http://schemas.openxmlformats.org/officeDocument/2006/relationships/notesMaster" Target="/ppt/notesMasters/notesMaster1.xml" Id="R01e1415e3a354e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046727d9e24381" /><Relationship Type="http://schemas.openxmlformats.org/officeDocument/2006/relationships/notesMaster" Target="/ppt/notesMasters/notesMaster1.xml" Id="Rd362b85300c840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de073232e44a0" /><Relationship Type="http://schemas.openxmlformats.org/officeDocument/2006/relationships/notesMaster" Target="/ppt/notesMasters/notesMaster1.xml" Id="Ra82268e0497e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14d7e20f544c8f" /><Relationship Type="http://schemas.openxmlformats.org/officeDocument/2006/relationships/notesMaster" Target="/ppt/notesMasters/notesMaster1.xml" Id="Rebd2b052eea643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95aaa29e54d68" /><Relationship Type="http://schemas.openxmlformats.org/officeDocument/2006/relationships/notesMaster" Target="/ppt/notesMasters/notesMaster1.xml" Id="R1a6e6ad3a6d5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3956d5473046ad" /><Relationship Type="http://schemas.openxmlformats.org/officeDocument/2006/relationships/notesMaster" Target="/ppt/notesMasters/notesMaster1.xml" Id="Rf2f8a1cb2b5943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b9c755f3a34544" /><Relationship Type="http://schemas.openxmlformats.org/officeDocument/2006/relationships/notesMaster" Target="/ppt/notesMasters/notesMaster1.xml" Id="R0f219c7fb52c44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e15221f6d94e6e" /><Relationship Type="http://schemas.openxmlformats.org/officeDocument/2006/relationships/notesMaster" Target="/ppt/notesMasters/notesMaster1.xml" Id="R221dc8c884d44f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0b8500557b4e52" /><Relationship Type="http://schemas.openxmlformats.org/officeDocument/2006/relationships/notesMaster" Target="/ppt/notesMasters/notesMaster1.xml" Id="R4069adaea57240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db2a736ef4e79" /><Relationship Type="http://schemas.openxmlformats.org/officeDocument/2006/relationships/notesMaster" Target="/ppt/notesMasters/notesMaster1.xml" Id="Re8d9af865f9546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3fa54c79bd499d" /><Relationship Type="http://schemas.openxmlformats.org/officeDocument/2006/relationships/notesMaster" Target="/ppt/notesMasters/notesMaster1.xml" Id="R933570c2af7043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3e9253567e42f4" /><Relationship Type="http://schemas.openxmlformats.org/officeDocument/2006/relationships/notesMaster" Target="/ppt/notesMasters/notesMaster1.xml" Id="R2e55402037b345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0cc21210bb4400" /><Relationship Type="http://schemas.openxmlformats.org/officeDocument/2006/relationships/notesMaster" Target="/ppt/notesMasters/notesMaster1.xml" Id="Rbbf57552c39e4c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a57a96dae54f2a" /><Relationship Type="http://schemas.openxmlformats.org/officeDocument/2006/relationships/notesMaster" Target="/ppt/notesMasters/notesMaster1.xml" Id="R36ed53bf3e2341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c3e6f3212a4da0" /><Relationship Type="http://schemas.openxmlformats.org/officeDocument/2006/relationships/notesMaster" Target="/ppt/notesMasters/notesMaster1.xml" Id="R183b0e8f626045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ca219e5dc64216" /><Relationship Type="http://schemas.openxmlformats.org/officeDocument/2006/relationships/notesMaster" Target="/ppt/notesMasters/notesMaster1.xml" Id="R4f5e4316466b4b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d734f7c4d54368" /><Relationship Type="http://schemas.openxmlformats.org/officeDocument/2006/relationships/notesMaster" Target="/ppt/notesMasters/notesMaster1.xml" Id="R2484e1c7b4e04f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a3ee42e7fe4a1f" /><Relationship Type="http://schemas.openxmlformats.org/officeDocument/2006/relationships/notesMaster" Target="/ppt/notesMasters/notesMaster1.xml" Id="R895e0d9274df48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375b8a177a4c19" /><Relationship Type="http://schemas.openxmlformats.org/officeDocument/2006/relationships/notesMaster" Target="/ppt/notesMasters/notesMaster1.xml" Id="R1ee58749bb1143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dc72d24e924d27" /><Relationship Type="http://schemas.openxmlformats.org/officeDocument/2006/relationships/notesMaster" Target="/ppt/notesMasters/notesMaster1.xml" Id="R2322cd8fc59b41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c92581004f44de" /><Relationship Type="http://schemas.openxmlformats.org/officeDocument/2006/relationships/notesMaster" Target="/ppt/notesMasters/notesMaster1.xml" Id="R379481593cca40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5c6a0bde2d4ce5" /><Relationship Type="http://schemas.openxmlformats.org/officeDocument/2006/relationships/notesMaster" Target="/ppt/notesMasters/notesMaster1.xml" Id="Rc76bd0a18eb548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b95fb7e4a447a2" /><Relationship Type="http://schemas.openxmlformats.org/officeDocument/2006/relationships/notesMaster" Target="/ppt/notesMasters/notesMaster1.xml" Id="R288ace82e78b4d4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22db04805947ac" /><Relationship Type="http://schemas.openxmlformats.org/officeDocument/2006/relationships/notesMaster" Target="/ppt/notesMasters/notesMaster1.xml" Id="R50f1f0a2befc4c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be0f6dd2564f9e" /><Relationship Type="http://schemas.openxmlformats.org/officeDocument/2006/relationships/notesMaster" Target="/ppt/notesMasters/notesMaster1.xml" Id="R395dc0212d2048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d89e0ac04f4bfe" /><Relationship Type="http://schemas.openxmlformats.org/officeDocument/2006/relationships/notesMaster" Target="/ppt/notesMasters/notesMaster1.xml" Id="Re4291098bf0c4d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02d7bfa0d2438a" /><Relationship Type="http://schemas.openxmlformats.org/officeDocument/2006/relationships/notesMaster" Target="/ppt/notesMasters/notesMaster1.xml" Id="R72f63cb0eb584b8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43cb61dd2b4323" /><Relationship Type="http://schemas.openxmlformats.org/officeDocument/2006/relationships/notesMaster" Target="/ppt/notesMasters/notesMaster1.xml" Id="R79d2f6b96411483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57230cea3d40b4" /><Relationship Type="http://schemas.openxmlformats.org/officeDocument/2006/relationships/notesMaster" Target="/ppt/notesMasters/notesMaster1.xml" Id="R27fcd5ed7c964b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fcbe1355c754443" /><Relationship Type="http://schemas.openxmlformats.org/officeDocument/2006/relationships/notesMaster" Target="/ppt/notesMasters/notesMaster1.xml" Id="R8c706c263eda4f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02a19723af7431e" /><Relationship Type="http://schemas.openxmlformats.org/officeDocument/2006/relationships/notesMaster" Target="/ppt/notesMasters/notesMaster1.xml" Id="Reca92c2eeae04a6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1bee08f55944eaf" /><Relationship Type="http://schemas.openxmlformats.org/officeDocument/2006/relationships/notesMaster" Target="/ppt/notesMasters/notesMaster1.xml" Id="R059906e5b3774db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268150af7584e91" /><Relationship Type="http://schemas.openxmlformats.org/officeDocument/2006/relationships/notesMaster" Target="/ppt/notesMasters/notesMaster1.xml" Id="Rcd0476adf1fc40a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2eb910a4f864f2e" /><Relationship Type="http://schemas.openxmlformats.org/officeDocument/2006/relationships/notesMaster" Target="/ppt/notesMasters/notesMaster1.xml" Id="R3507c7a8acfd4b6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3a31aa73bf4a4d" /><Relationship Type="http://schemas.openxmlformats.org/officeDocument/2006/relationships/notesMaster" Target="/ppt/notesMasters/notesMaster1.xml" Id="R864eafff66eb42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0577ce437074bd2" /><Relationship Type="http://schemas.openxmlformats.org/officeDocument/2006/relationships/notesMaster" Target="/ppt/notesMasters/notesMaster1.xml" Id="R32b7c132b46545c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5c2f1d67b04665" /><Relationship Type="http://schemas.openxmlformats.org/officeDocument/2006/relationships/notesMaster" Target="/ppt/notesMasters/notesMaster1.xml" Id="R2bd44b52247448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b32a4637e2a43f4" /><Relationship Type="http://schemas.openxmlformats.org/officeDocument/2006/relationships/notesMaster" Target="/ppt/notesMasters/notesMaster1.xml" Id="R8051230cc0694f1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8490fb426fb4af9" /><Relationship Type="http://schemas.openxmlformats.org/officeDocument/2006/relationships/notesMaster" Target="/ppt/notesMasters/notesMaster1.xml" Id="R3fc858c389be437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71ec18c57de42eb" /><Relationship Type="http://schemas.openxmlformats.org/officeDocument/2006/relationships/notesMaster" Target="/ppt/notesMasters/notesMaster1.xml" Id="R8ec7c8d9b21e4e9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ca25dc5c2c94cef" /><Relationship Type="http://schemas.openxmlformats.org/officeDocument/2006/relationships/notesMaster" Target="/ppt/notesMasters/notesMaster1.xml" Id="R954ff2bdf1fb414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a8d04d7d402461c" /><Relationship Type="http://schemas.openxmlformats.org/officeDocument/2006/relationships/notesMaster" Target="/ppt/notesMasters/notesMaster1.xml" Id="R5592782261584e0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5ca1e8a615e46a8" /><Relationship Type="http://schemas.openxmlformats.org/officeDocument/2006/relationships/notesMaster" Target="/ppt/notesMasters/notesMaster1.xml" Id="Rc6150130d25b4f5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9072cbd40344a2d" /><Relationship Type="http://schemas.openxmlformats.org/officeDocument/2006/relationships/notesMaster" Target="/ppt/notesMasters/notesMaster1.xml" Id="Re73ffb2975a64b2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7ada73740fe48b1" /><Relationship Type="http://schemas.openxmlformats.org/officeDocument/2006/relationships/notesMaster" Target="/ppt/notesMasters/notesMaster1.xml" Id="R7b6802d53068423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856eb4e617e40b5" /><Relationship Type="http://schemas.openxmlformats.org/officeDocument/2006/relationships/notesMaster" Target="/ppt/notesMasters/notesMaster1.xml" Id="Rf097437db3c140c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3415e5d443d4a4b" /><Relationship Type="http://schemas.openxmlformats.org/officeDocument/2006/relationships/notesMaster" Target="/ppt/notesMasters/notesMaster1.xml" Id="R11cb44045d72480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3b53b56da7941e1" /><Relationship Type="http://schemas.openxmlformats.org/officeDocument/2006/relationships/notesMaster" Target="/ppt/notesMasters/notesMaster1.xml" Id="R121d14f35212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Florence Nightingale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slides/course-assets/historical-portraits/nightingale.png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organising question.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syllabus is a contract.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One session has four moments.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Pre-session means before class.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lecture builds the method.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01-foundations-scenarios-and-tools/demo/outputs/conditional_mean.png — generated by 01-foundations-scenarios-and-tools/demo/session01_foundations_demo.py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optional lab comes after class.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Put the repository on the Desktop.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One open toolchain.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Evaluation at a glance.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Participation · 10%.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Midterm · 30%.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Team work · 20%.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01-foundations-scenarios-and-tools/demo/outputs/conditional_mean.png — generated by 01-foundations-scenarios-and-tools/demo/session01_foundations_demo.py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Four accountability mechanisms.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Random presenter draw.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Git is evidence of contribution.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Peer ratings are one signal.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individual oral is the strongest check.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Ten groups · five research angles.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Angle A · compute and energy.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01-foundations-scenarios-and-tools/demo/outputs/conditional_mean.png — generated by 01-foundations-scenarios-and-tools/demo/session01_foundations_demo.py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Angle C · AI adoption.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Angle D · trade and dependence.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Angle E · policy language.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Sessions 1–3 · foundation to inference.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Sessions 4–6 · evaluation to decisions.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Sessions 7–9 · flexible and unsupervised models.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Sessions 10–12 · effects to governance.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01-foundations-scenarios-and-tools/demo/outputs/conditional_mean.png — generated by 01-foundations-scenarios-and-tools/demo/session01_foundations_demo.py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Loss makes error consequential.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Some error is irreducible.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Prediction, explanation, and causation differ.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Reproducibility is part of the result.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Data are downloaded once and cached.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local LLM is a sparring partner.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Audit at least one AI claim.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Asset: 01-foundations-scenarios-and-tools/demo/outputs/conditional_mean.png — generated by 01-foundations-scenarios-and-tools/demo/session01_foundations_demo.py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Slow every claim down.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Build the final paper every week.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reliably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01-foundations-scenarios-and-tools/01-lecture/README.md</a:t>
            </a:r>
          </a:p>
          <a:p xmlns:a="http://schemas.openxmlformats.org/drawingml/2006/main">
            <a:r>
              <a:t>- https://warin.ca/quant/en/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7dd950ce045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a8ee203d7401d" /><Relationship Type="http://schemas.openxmlformats.org/officeDocument/2006/relationships/slideLayout" Target="/ppt/slideLayouts/slideLayout1.xml" Id="R5ebae03ed2bb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ae03ed2bb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37bb502a04efa" /><Relationship Type="http://schemas.openxmlformats.org/officeDocument/2006/relationships/chart" Target="/ppt/slides/charts/chart1.xml" Id="R69b6364201e34d5b" /><Relationship Type="http://schemas.openxmlformats.org/officeDocument/2006/relationships/notesSlide" Target="/ppt/notesSlides/notesSlide1.xml" Id="Rb2e02ba88718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08fbb11b4789" /><Relationship Type="http://schemas.openxmlformats.org/officeDocument/2006/relationships/notesSlide" Target="/ppt/notesSlides/notesSlide2.xml" Id="Rf94ae24cf9f1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d892b93064489" /><Relationship Type="http://schemas.openxmlformats.org/officeDocument/2006/relationships/notesSlide" Target="/ppt/notesSlides/notesSlide3.xml" Id="R11f0391d32c2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4416efa2f4e41" /><Relationship Type="http://schemas.openxmlformats.org/officeDocument/2006/relationships/notesSlide" Target="/ppt/notesSlides/notesSlide4.xml" Id="R30db3bd794d9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d896e86a04f8b" /><Relationship Type="http://schemas.openxmlformats.org/officeDocument/2006/relationships/image" Target="/ppt/media/image.png" Id="R95f391adf77648f5" /><Relationship Type="http://schemas.openxmlformats.org/officeDocument/2006/relationships/notesSlide" Target="/ppt/notesSlides/notesSlide5.xml" Id="R10223835de704a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c87fdac2f4cff" /><Relationship Type="http://schemas.openxmlformats.org/officeDocument/2006/relationships/notesSlide" Target="/ppt/notesSlides/notesSlide6.xml" Id="Rfedb4cfac0f74a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01b3f73e746c0" /><Relationship Type="http://schemas.openxmlformats.org/officeDocument/2006/relationships/notesSlide" Target="/ppt/notesSlides/notesSlide7.xml" Id="R0043217264cc4b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992979cf04392" /><Relationship Type="http://schemas.openxmlformats.org/officeDocument/2006/relationships/notesSlide" Target="/ppt/notesSlides/notesSlide8.xml" Id="Rc2b019d49c83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3ed5e5634e39" /><Relationship Type="http://schemas.openxmlformats.org/officeDocument/2006/relationships/notesSlide" Target="/ppt/notesSlides/notesSlide9.xml" Id="R8b0ebb3dc9374c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aea0fb9dc42fb" /><Relationship Type="http://schemas.openxmlformats.org/officeDocument/2006/relationships/notesSlide" Target="/ppt/notesSlides/notesSlide10.xml" Id="R440fee9f020a43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7180950d5414a" /><Relationship Type="http://schemas.openxmlformats.org/officeDocument/2006/relationships/image" Target="/ppt/media/image2.png" Id="R687630843dec42a8" /><Relationship Type="http://schemas.openxmlformats.org/officeDocument/2006/relationships/notesSlide" Target="/ppt/notesSlides/notesSlide11.xml" Id="Rfd4e8dc27bc143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b9f3193df466f" /><Relationship Type="http://schemas.openxmlformats.org/officeDocument/2006/relationships/notesSlide" Target="/ppt/notesSlides/notesSlide12.xml" Id="R8159d0bf8e864d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c815f8f6e4ea1" /><Relationship Type="http://schemas.openxmlformats.org/officeDocument/2006/relationships/notesSlide" Target="/ppt/notesSlides/notesSlide13.xml" Id="Rc8faae4e66c042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3b6ee866b4421" /><Relationship Type="http://schemas.openxmlformats.org/officeDocument/2006/relationships/notesSlide" Target="/ppt/notesSlides/notesSlide14.xml" Id="R24bc5e53a2b44e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104361c1544d1" /><Relationship Type="http://schemas.openxmlformats.org/officeDocument/2006/relationships/notesSlide" Target="/ppt/notesSlides/notesSlide15.xml" Id="Rfe63885d40604f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0ad69c1dd4e2a" /><Relationship Type="http://schemas.openxmlformats.org/officeDocument/2006/relationships/notesSlide" Target="/ppt/notesSlides/notesSlide16.xml" Id="R0f94e96cab844d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a98efe9bd4aeb" /><Relationship Type="http://schemas.openxmlformats.org/officeDocument/2006/relationships/notesSlide" Target="/ppt/notesSlides/notesSlide17.xml" Id="Rd7207bffb53848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4ebab7004dcd" /><Relationship Type="http://schemas.openxmlformats.org/officeDocument/2006/relationships/notesSlide" Target="/ppt/notesSlides/notesSlide18.xml" Id="R30b2e3c399ab41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04e7ef3e942d4" /><Relationship Type="http://schemas.openxmlformats.org/officeDocument/2006/relationships/image" Target="/ppt/media/image3.png" Id="Rd8d9df2e947942d8" /><Relationship Type="http://schemas.openxmlformats.org/officeDocument/2006/relationships/notesSlide" Target="/ppt/notesSlides/notesSlide19.xml" Id="Rad459875ca474d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a328307c345ae" /><Relationship Type="http://schemas.openxmlformats.org/officeDocument/2006/relationships/notesSlide" Target="/ppt/notesSlides/notesSlide20.xml" Id="R2d8e0a406a4e40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b98feadc4daa" /><Relationship Type="http://schemas.openxmlformats.org/officeDocument/2006/relationships/notesSlide" Target="/ppt/notesSlides/notesSlide21.xml" Id="Rdcb7cf2993b145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f1084c7554389" /><Relationship Type="http://schemas.openxmlformats.org/officeDocument/2006/relationships/notesSlide" Target="/ppt/notesSlides/notesSlide22.xml" Id="Rc473c712a1d344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832d96e8c4b45" /><Relationship Type="http://schemas.openxmlformats.org/officeDocument/2006/relationships/notesSlide" Target="/ppt/notesSlides/notesSlide23.xml" Id="Rb2b0acd89c134b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b8208f580474d" /><Relationship Type="http://schemas.openxmlformats.org/officeDocument/2006/relationships/notesSlide" Target="/ppt/notesSlides/notesSlide24.xml" Id="R2bcc323e6f514d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67ac32134184" /><Relationship Type="http://schemas.openxmlformats.org/officeDocument/2006/relationships/notesSlide" Target="/ppt/notesSlides/notesSlide25.xml" Id="Re29d7570155e4f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def7469584a8a" /><Relationship Type="http://schemas.openxmlformats.org/officeDocument/2006/relationships/notesSlide" Target="/ppt/notesSlides/notesSlide26.xml" Id="R8472bf12ee114b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2874969674efc" /><Relationship Type="http://schemas.openxmlformats.org/officeDocument/2006/relationships/image" Target="/ppt/media/image4.png" Id="R2be55bb600424492" /><Relationship Type="http://schemas.openxmlformats.org/officeDocument/2006/relationships/notesSlide" Target="/ppt/notesSlides/notesSlide27.xml" Id="Ra08fda9b42d542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5b24c6dd54a08" /><Relationship Type="http://schemas.openxmlformats.org/officeDocument/2006/relationships/notesSlide" Target="/ppt/notesSlides/notesSlide28.xml" Id="Rc6c4b9178cfe4e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0cc0f24144632" /><Relationship Type="http://schemas.openxmlformats.org/officeDocument/2006/relationships/notesSlide" Target="/ppt/notesSlides/notesSlide29.xml" Id="R8ab2f8b8799245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bc45d5c74e57" /><Relationship Type="http://schemas.openxmlformats.org/officeDocument/2006/relationships/notesSlide" Target="/ppt/notesSlides/notesSlide30.xml" Id="R0ed46aa9e1784a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07ba0c22c468d" /><Relationship Type="http://schemas.openxmlformats.org/officeDocument/2006/relationships/notesSlide" Target="/ppt/notesSlides/notesSlide31.xml" Id="R982464dee23c47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8a6e07ac747f5" /><Relationship Type="http://schemas.openxmlformats.org/officeDocument/2006/relationships/notesSlide" Target="/ppt/notesSlides/notesSlide32.xml" Id="R9842874b01ea4e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e77de77c0443f" /><Relationship Type="http://schemas.openxmlformats.org/officeDocument/2006/relationships/notesSlide" Target="/ppt/notesSlides/notesSlide33.xml" Id="R983cfa9721654b8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2deaeea684506" /><Relationship Type="http://schemas.openxmlformats.org/officeDocument/2006/relationships/notesSlide" Target="/ppt/notesSlides/notesSlide34.xml" Id="Rf0e25bf166ba41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d45614e0043b3" /><Relationship Type="http://schemas.openxmlformats.org/officeDocument/2006/relationships/image" Target="/ppt/media/image5.png" Id="R253c18b047f94894" /><Relationship Type="http://schemas.openxmlformats.org/officeDocument/2006/relationships/notesSlide" Target="/ppt/notesSlides/notesSlide35.xml" Id="Re963495ab2ff4d8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9e54da4fc4899" /><Relationship Type="http://schemas.openxmlformats.org/officeDocument/2006/relationships/notesSlide" Target="/ppt/notesSlides/notesSlide36.xml" Id="Ra5eb1c4e0f9f4d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e8ac4fe384c77" /><Relationship Type="http://schemas.openxmlformats.org/officeDocument/2006/relationships/notesSlide" Target="/ppt/notesSlides/notesSlide37.xml" Id="R38784e39493e413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5571619054539" /><Relationship Type="http://schemas.openxmlformats.org/officeDocument/2006/relationships/notesSlide" Target="/ppt/notesSlides/notesSlide38.xml" Id="Re8215ea0aec2434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a45a44774af5" /><Relationship Type="http://schemas.openxmlformats.org/officeDocument/2006/relationships/notesSlide" Target="/ppt/notesSlides/notesSlide39.xml" Id="R3d532b08501540a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04b39693e4467" /><Relationship Type="http://schemas.openxmlformats.org/officeDocument/2006/relationships/notesSlide" Target="/ppt/notesSlides/notesSlide40.xml" Id="R5999b70a50094ca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972fcb6d54fb4" /><Relationship Type="http://schemas.openxmlformats.org/officeDocument/2006/relationships/notesSlide" Target="/ppt/notesSlides/notesSlide41.xml" Id="R663998d8a1c7453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4ac815bfa45f3" /><Relationship Type="http://schemas.openxmlformats.org/officeDocument/2006/relationships/notesSlide" Target="/ppt/notesSlides/notesSlide42.xml" Id="Rabffed961bc0419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3c5665f04e70" /><Relationship Type="http://schemas.openxmlformats.org/officeDocument/2006/relationships/image" Target="/ppt/media/image6.png" Id="R47b721f200ce41fd" /><Relationship Type="http://schemas.openxmlformats.org/officeDocument/2006/relationships/notesSlide" Target="/ppt/notesSlides/notesSlide43.xml" Id="R246ac579904e45c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0e2c2799f468c" /><Relationship Type="http://schemas.openxmlformats.org/officeDocument/2006/relationships/notesSlide" Target="/ppt/notesSlides/notesSlide44.xml" Id="R9040276083744d9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e785854f34c5c" /><Relationship Type="http://schemas.openxmlformats.org/officeDocument/2006/relationships/notesSlide" Target="/ppt/notesSlides/notesSlide45.xml" Id="Rfc9a94f577f64da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0a72911834344" /><Relationship Type="http://schemas.openxmlformats.org/officeDocument/2006/relationships/notesSlide" Target="/ppt/notesSlides/notesSlide46.xml" Id="Re414d35a6ba0439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25db53efc4c30" /><Relationship Type="http://schemas.openxmlformats.org/officeDocument/2006/relationships/notesSlide" Target="/ppt/notesSlides/notesSlide47.xml" Id="Rba6af83267374a9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5434872654782" /><Relationship Type="http://schemas.openxmlformats.org/officeDocument/2006/relationships/notesSlide" Target="/ppt/notesSlides/notesSlide48.xml" Id="Rfc009ae024cf4ff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9dd737234e7f" /><Relationship Type="http://schemas.openxmlformats.org/officeDocument/2006/relationships/notesSlide" Target="/ppt/notesSlides/notesSlide49.xml" Id="Rad8ceac03d674ac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f1e0cc520480b" /><Relationship Type="http://schemas.openxmlformats.org/officeDocument/2006/relationships/notesSlide" Target="/ppt/notesSlides/notesSlide50.xml" Id="Re08d827cbb894ee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1.2</c:v>
              </c:pt>
              <c:pt idx="1">
                <c:v>2</c:v>
              </c:pt>
              <c:pt idx="2">
                <c:v>2.5</c:v>
              </c:pt>
              <c:pt idx="3">
                <c:v>3.1</c:v>
              </c:pt>
              <c:pt idx="4">
                <c:v>3.4</c:v>
              </c:pt>
              <c:pt idx="5">
                <c:v>4.2</c:v>
              </c:pt>
              <c:pt idx="6">
                <c:v>4.6</c:v>
              </c:pt>
              <c:pt idx="7">
                <c:v>5.1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1.8</c:v>
              </c:pt>
              <c:pt idx="1">
                <c:v>1.6</c:v>
              </c:pt>
              <c:pt idx="2">
                <c:v>3.2</c:v>
              </c:pt>
              <c:pt idx="3">
                <c:v>2.7</c:v>
              </c:pt>
              <c:pt idx="4">
                <c:v>4.2</c:v>
              </c:pt>
              <c:pt idx="5">
                <c:v>3.8</c:v>
              </c:pt>
              <c:pt idx="6">
                <c:v>5.4</c:v>
              </c:pt>
              <c:pt idx="7">
                <c:v>4.7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A116C7A-853A-4ABB-93ED-A80A4663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01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1315A1-BD0D-4355-846A-A535E9A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Foundations: scenarios, tools, and supervised learning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D3042A67-C8D2-4F9A-AD53-2E2185A1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D3162E7-363C-45EE-978E-D90CC86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EDA5F4D0-69D2-4686-9305-27A9BB9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b6364201e34d5b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9562229-60A9-4A29-A0CB-7795D1E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E4B873-FDC0-4CB3-8A5B-29F1C68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B1CD81B-28AC-485A-9218-EC731CB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559618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C17C9C9-E529-442B-BF94-5017F6E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E4DFC3-AC91-4FCD-AA1C-035A54D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8EA6605-A029-4426-999A-625647F8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mise-lead">
            <a:extLst xmlns:a="http://schemas.openxmlformats.org/drawingml/2006/main">
              <a:ext uri="{FF2B5EF4-FFF2-40B4-BE49-F238E27FC236}">
                <a16:creationId xmlns:a16="http://schemas.microsoft.com/office/drawing/2014/main" id="{66C013E6-45FD-48A1-98E9-99ED1328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Turn an empirical question into evidence that another person can inspect, reproduce, and challenge.</a:t>
            </a:r>
          </a:p>
        </p:txBody>
      </p:sp>
      <p:sp>
        <p:nvSpPr>
          <p:cNvPr id="5" name="promise-bg-0">
            <a:extLst xmlns:a="http://schemas.openxmlformats.org/drawingml/2006/main">
              <a:ext uri="{FF2B5EF4-FFF2-40B4-BE49-F238E27FC236}">
                <a16:creationId xmlns:a16="http://schemas.microsoft.com/office/drawing/2014/main" id="{0C55A426-E1BB-4BC2-B171-3F9860A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5200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promise-label-0">
            <a:extLst xmlns:a="http://schemas.openxmlformats.org/drawingml/2006/main">
              <a:ext uri="{FF2B5EF4-FFF2-40B4-BE49-F238E27FC236}">
                <a16:creationId xmlns:a16="http://schemas.microsoft.com/office/drawing/2014/main" id="{F7990326-66BD-4239-A107-0F8F13A9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FRAME</a:t>
            </a:r>
          </a:p>
        </p:txBody>
      </p:sp>
      <p:sp>
        <p:nvSpPr>
          <p:cNvPr id="7" name="promise-copy-0">
            <a:extLst xmlns:a="http://schemas.openxmlformats.org/drawingml/2006/main">
              <a:ext uri="{FF2B5EF4-FFF2-40B4-BE49-F238E27FC236}">
                <a16:creationId xmlns:a16="http://schemas.microsoft.com/office/drawing/2014/main" id="{D32AAFF1-69A4-4EC7-9414-844E1848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4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the decision, unit, outcome, timing, and benchmark.</a:t>
            </a:r>
          </a:p>
        </p:txBody>
      </p:sp>
      <p:sp>
        <p:nvSpPr>
          <p:cNvPr id="8" name="promise-bg-1">
            <a:extLst xmlns:a="http://schemas.openxmlformats.org/drawingml/2006/main">
              <a:ext uri="{FF2B5EF4-FFF2-40B4-BE49-F238E27FC236}">
                <a16:creationId xmlns:a16="http://schemas.microsoft.com/office/drawing/2014/main" id="{97DDC697-13A4-4580-9699-5368FF8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5200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promise-label-1">
            <a:extLst xmlns:a="http://schemas.openxmlformats.org/drawingml/2006/main">
              <a:ext uri="{FF2B5EF4-FFF2-40B4-BE49-F238E27FC236}">
                <a16:creationId xmlns:a16="http://schemas.microsoft.com/office/drawing/2014/main" id="{F434362B-247D-4809-B2C4-8B8CED0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0" name="promise-copy-1">
            <a:extLst xmlns:a="http://schemas.openxmlformats.org/drawingml/2006/main">
              <a:ext uri="{FF2B5EF4-FFF2-40B4-BE49-F238E27FC236}">
                <a16:creationId xmlns:a16="http://schemas.microsoft.com/office/drawing/2014/main" id="{0918C3EC-60FF-4546-8702-9030D20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474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mathematics and Python to estimate or predict.</a:t>
            </a:r>
          </a:p>
        </p:txBody>
      </p:sp>
      <p:sp>
        <p:nvSpPr>
          <p:cNvPr id="11" name="promise-bg-2">
            <a:extLst xmlns:a="http://schemas.openxmlformats.org/drawingml/2006/main">
              <a:ext uri="{FF2B5EF4-FFF2-40B4-BE49-F238E27FC236}">
                <a16:creationId xmlns:a16="http://schemas.microsoft.com/office/drawing/2014/main" id="{9DC950A9-FCD6-47D7-A926-3FB3B04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5200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promise-label-2">
            <a:extLst xmlns:a="http://schemas.openxmlformats.org/drawingml/2006/main">
              <a:ext uri="{FF2B5EF4-FFF2-40B4-BE49-F238E27FC236}">
                <a16:creationId xmlns:a16="http://schemas.microsoft.com/office/drawing/2014/main" id="{AF3A72E1-D2CE-434A-AFC8-BE12705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3" name="promise-copy-2">
            <a:extLst xmlns:a="http://schemas.openxmlformats.org/drawingml/2006/main">
              <a:ext uri="{FF2B5EF4-FFF2-40B4-BE49-F238E27FC236}">
                <a16:creationId xmlns:a16="http://schemas.microsoft.com/office/drawing/2014/main" id="{35DF30C3-B81D-4CE7-AC53-473BEE2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74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 assumptions, uncertainty, drift, and failure modes.</a:t>
            </a:r>
          </a:p>
        </p:txBody>
      </p:sp>
      <p:sp>
        <p:nvSpPr>
          <p:cNvPr id="14" name="promise-bg-3">
            <a:extLst xmlns:a="http://schemas.openxmlformats.org/drawingml/2006/main">
              <a:ext uri="{FF2B5EF4-FFF2-40B4-BE49-F238E27FC236}">
                <a16:creationId xmlns:a16="http://schemas.microsoft.com/office/drawing/2014/main" id="{A7EA73AF-13F6-405E-974A-682C4C1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5200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promise-label-3">
            <a:extLst xmlns:a="http://schemas.openxmlformats.org/drawingml/2006/main">
              <a:ext uri="{FF2B5EF4-FFF2-40B4-BE49-F238E27FC236}">
                <a16:creationId xmlns:a16="http://schemas.microsoft.com/office/drawing/2014/main" id="{022D46E3-E8A7-4462-B461-B078FD8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6" name="promise-copy-3">
            <a:extLst xmlns:a="http://schemas.openxmlformats.org/drawingml/2006/main">
              <a:ext uri="{FF2B5EF4-FFF2-40B4-BE49-F238E27FC236}">
                <a16:creationId xmlns:a16="http://schemas.microsoft.com/office/drawing/2014/main" id="{BF38080C-89AA-4BF5-9AF9-5D940909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474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Communicate one supported claim and its limits.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BC6BDD5-6602-4A4A-A059-E1E367E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576340-C32C-4A29-8F3D-CBE23A3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ECC3E2-759E-4451-86BD-C61AB2AF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565780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the course moves from preparation to evidence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workstation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course contract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Europe 2031 conversation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31" name="media-matte-nightingale.png">
            <a:extLst xmlns:a="http://schemas.openxmlformats.org/drawingml/2006/main">
              <a:ext uri="{FF2B5EF4-FFF2-40B4-BE49-F238E27FC236}">
                <a16:creationId xmlns:a16="http://schemas.microsoft.com/office/drawing/2014/main" id="{BA234DEC-2BA8-4CAC-8B90-CEF83DF6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391adf77648f5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777D7AE8-C4A1-4AFD-88B6-D2C0B4D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BB65D-EEE0-4CFD-95D9-C4EC73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organising question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363EFF-E99A-4E00-BCCC-8644948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lead">
            <a:extLst xmlns:a="http://schemas.openxmlformats.org/drawingml/2006/main">
              <a:ext uri="{FF2B5EF4-FFF2-40B4-BE49-F238E27FC236}">
                <a16:creationId xmlns:a16="http://schemas.microsoft.com/office/drawing/2014/main" id="{6D5E7E5E-7E22-4DF9-9D7F-0587266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The course connects classroom analysis with collaborative work involving students from SDAfrique.</a:t>
            </a:r>
          </a:p>
        </p:txBody>
      </p:sp>
      <p:sp>
        <p:nvSpPr>
          <p:cNvPr id="5" name="team-bg-0">
            <a:extLst xmlns:a="http://schemas.openxmlformats.org/drawingml/2006/main">
              <a:ext uri="{FF2B5EF4-FFF2-40B4-BE49-F238E27FC236}">
                <a16:creationId xmlns:a16="http://schemas.microsoft.com/office/drawing/2014/main" id="{69F56642-269E-4540-993A-E1B2D8E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35FB53E-FF53-4C6C-BB53-6F747B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team-copy-0">
            <a:extLst xmlns:a="http://schemas.openxmlformats.org/drawingml/2006/main">
              <a:ext uri="{FF2B5EF4-FFF2-40B4-BE49-F238E27FC236}">
                <a16:creationId xmlns:a16="http://schemas.microsoft.com/office/drawing/2014/main" id="{956261C2-D26F-4713-B690-5F810B4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Runs code and narrates each decision.</a:t>
            </a:r>
          </a:p>
        </p:txBody>
      </p:sp>
      <p:sp>
        <p:nvSpPr>
          <p:cNvPr id="8" name="team-bg-1">
            <a:extLst xmlns:a="http://schemas.openxmlformats.org/drawingml/2006/main">
              <a:ext uri="{FF2B5EF4-FFF2-40B4-BE49-F238E27FC236}">
                <a16:creationId xmlns:a16="http://schemas.microsoft.com/office/drawing/2014/main" id="{4D03465D-F53D-487C-A829-16CF579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team-role-1">
            <a:extLst xmlns:a="http://schemas.openxmlformats.org/drawingml/2006/main">
              <a:ext uri="{FF2B5EF4-FFF2-40B4-BE49-F238E27FC236}">
                <a16:creationId xmlns:a16="http://schemas.microsoft.com/office/drawing/2014/main" id="{F4A6E48B-863B-4AA8-B368-0A7B5AD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CHECKER</a:t>
            </a:r>
          </a:p>
        </p:txBody>
      </p:sp>
      <p:sp>
        <p:nvSpPr>
          <p:cNvPr id="10" name="team-copy-1">
            <a:extLst xmlns:a="http://schemas.openxmlformats.org/drawingml/2006/main">
              <a:ext uri="{FF2B5EF4-FFF2-40B4-BE49-F238E27FC236}">
                <a16:creationId xmlns:a16="http://schemas.microsoft.com/office/drawing/2014/main" id="{36D29A3A-80CF-4B7E-95D6-8FDADA6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Verifies data, output, and assumptions.</a:t>
            </a:r>
          </a:p>
        </p:txBody>
      </p:sp>
      <p:sp>
        <p:nvSpPr>
          <p:cNvPr id="11" name="team-bg-2">
            <a:extLst xmlns:a="http://schemas.openxmlformats.org/drawingml/2006/main">
              <a:ext uri="{FF2B5EF4-FFF2-40B4-BE49-F238E27FC236}">
                <a16:creationId xmlns:a16="http://schemas.microsoft.com/office/drawing/2014/main" id="{9D68901D-87D0-4D1C-9404-3D40D1A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eam-role-2">
            <a:extLst xmlns:a="http://schemas.openxmlformats.org/drawingml/2006/main">
              <a:ext uri="{FF2B5EF4-FFF2-40B4-BE49-F238E27FC236}">
                <a16:creationId xmlns:a16="http://schemas.microsoft.com/office/drawing/2014/main" id="{62A00B7C-148B-4F8B-92A4-4D1A56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NARRATOR</a:t>
            </a:r>
          </a:p>
        </p:txBody>
      </p:sp>
      <p:sp>
        <p:nvSpPr>
          <p:cNvPr id="13" name="team-copy-2">
            <a:extLst xmlns:a="http://schemas.openxmlformats.org/drawingml/2006/main">
              <a:ext uri="{FF2B5EF4-FFF2-40B4-BE49-F238E27FC236}">
                <a16:creationId xmlns:a16="http://schemas.microsoft.com/office/drawing/2014/main" id="{05A45DFB-5DCD-4E40-9FEB-950C5F0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Builds the one-slide explanation.</a:t>
            </a:r>
          </a:p>
        </p:txBody>
      </p:sp>
      <p:sp>
        <p:nvSpPr>
          <p:cNvPr id="14" name="team-result">
            <a:extLst xmlns:a="http://schemas.openxmlformats.org/drawingml/2006/main">
              <a:ext uri="{FF2B5EF4-FFF2-40B4-BE49-F238E27FC236}">
                <a16:creationId xmlns:a16="http://schemas.microsoft.com/office/drawing/2014/main" id="{2AFFEFAD-34A9-4CDA-A853-A47EE93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At minute 70: one slide · two minutes · presenter chosen at random.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2BA0E9-548F-44A6-8DFC-1B88A81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B6C92-CB5E-4630-809F-1036E8E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771258-B6E5-4FC0-87B6-C2185CB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1133581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8739E4F-EE6C-44C0-8A3C-A10230F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20E4E-28FC-449D-AF08-A2890D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syllabus is a contract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B961CA-422C-452C-80B6-5A73B75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workflow-edge-0"/>
          <p:cNvCxnSpPr/>
          <p:nvPr/>
        </p:nvCxnSpPr>
        <p:spPr>
          <a:xfrm xmlns:a="http://schemas.openxmlformats.org/drawingml/2006/main">
            <a:off x="301942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0" name="workflow-edge-1"/>
          <p:cNvCxnSpPr/>
          <p:nvPr/>
        </p:nvCxnSpPr>
        <p:spPr>
          <a:xfrm xmlns:a="http://schemas.openxmlformats.org/drawingml/2006/main">
            <a:off x="5924550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1" name="workflow-edge-2"/>
          <p:cNvCxnSpPr/>
          <p:nvPr/>
        </p:nvCxnSpPr>
        <p:spPr>
          <a:xfrm xmlns:a="http://schemas.openxmlformats.org/drawingml/2006/main">
            <a:off x="882967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4192C16-0C64-456A-82D6-D6EA916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4FD15B-C2DC-4BCD-890C-242CE0E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D5E7047-C66B-428B-B6EB-FB9E428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886C4-70F0-435B-9363-8546F4C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4AB886B-E7A8-4C5E-A464-DADDA1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7160B55-4B17-49DB-9D3C-2BDBB99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A3E485D-C706-4C8A-B1C6-705F918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ECE2BDD2-0FE1-41FD-9834-688A11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</a:t>
            </a:r>
          </a:p>
        </p:txBody>
      </p:sp>
      <p:sp>
        <p:nvSpPr>
          <p:cNvPr id="15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09E1A45A-065A-4A0B-A149-F9CDB7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BEFORE CLASS</a:t>
            </a:r>
          </a:p>
        </p:txBody>
      </p:sp>
      <p:sp>
        <p:nvSpPr>
          <p:cNvPr id="16" name="cadence-copy-0">
            <a:extLst xmlns:a="http://schemas.openxmlformats.org/drawingml/2006/main">
              <a:ext uri="{FF2B5EF4-FFF2-40B4-BE49-F238E27FC236}">
                <a16:creationId xmlns:a16="http://schemas.microsoft.com/office/drawing/2014/main" id="{EC1DE7CD-A618-41C6-BED3-581F50F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assigned academic article; download its Dataverse package.</a:t>
            </a:r>
          </a:p>
        </p:txBody>
      </p:sp>
      <p:sp>
        <p:nvSpPr>
          <p:cNvPr id="17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BB335062-8077-4811-9097-576AF08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 CLASS</a:t>
            </a:r>
          </a:p>
        </p:txBody>
      </p:sp>
      <p:sp>
        <p:nvSpPr>
          <p:cNvPr id="18" name="cadence-copy-1">
            <a:extLst xmlns:a="http://schemas.openxmlformats.org/drawingml/2006/main">
              <a:ext uri="{FF2B5EF4-FFF2-40B4-BE49-F238E27FC236}">
                <a16:creationId xmlns:a16="http://schemas.microsoft.com/office/drawing/2014/main" id="{67C3F7D5-0747-4349-82B2-8FB4CE1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and mathematics, then reproduce one published result in groups.</a:t>
            </a:r>
          </a:p>
        </p:txBody>
      </p:sp>
      <p:sp>
        <p:nvSpPr>
          <p:cNvPr id="19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7E0D2DBB-B30A-41EA-A1B3-5F5910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AFTER CLASS</a:t>
            </a:r>
          </a:p>
        </p:txBody>
      </p:sp>
      <p:sp>
        <p:nvSpPr>
          <p:cNvPr id="20" name="cadence-copy-2">
            <a:extLst xmlns:a="http://schemas.openxmlformats.org/drawingml/2006/main">
              <a:ext uri="{FF2B5EF4-FFF2-40B4-BE49-F238E27FC236}">
                <a16:creationId xmlns:a16="http://schemas.microsoft.com/office/drawing/2014/main" id="{E02CF6EA-31DB-446F-9EE5-03B2CE1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 a short app-based knowledge check if you want participation practice.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856CF8-C127-4FAD-A56B-8A3F7B8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278B0A-31DF-49A8-85C1-7164A7D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4F7659-2D44-4F30-9462-4C2173D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7109549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session has four moments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 before class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 for concepts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90-minute group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57131CE-2874-4208-BA99-9932BD9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B58B-43D6-4E5B-9C80-C8CDEC5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 means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73E8670-48B6-42A6-B1EF-C1B4B7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al-item-0">
            <a:extLst xmlns:a="http://schemas.openxmlformats.org/drawingml/2006/main">
              <a:ext uri="{FF2B5EF4-FFF2-40B4-BE49-F238E27FC236}">
                <a16:creationId xmlns:a16="http://schemas.microsoft.com/office/drawing/2014/main" id="{D7513296-59EA-464C-B8E7-06AFF1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5" name="eval-desc-0">
            <a:extLst xmlns:a="http://schemas.openxmlformats.org/drawingml/2006/main">
              <a:ext uri="{FF2B5EF4-FFF2-40B4-BE49-F238E27FC236}">
                <a16:creationId xmlns:a16="http://schemas.microsoft.com/office/drawing/2014/main" id="{7291538B-938C-40AB-997F-6D2C0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labs + engaged course work</a:t>
            </a:r>
          </a:p>
        </p:txBody>
      </p:sp>
      <p:sp>
        <p:nvSpPr>
          <p:cNvPr id="6" name="eval-weight-0">
            <a:extLst xmlns:a="http://schemas.openxmlformats.org/drawingml/2006/main">
              <a:ext uri="{FF2B5EF4-FFF2-40B4-BE49-F238E27FC236}">
                <a16:creationId xmlns:a16="http://schemas.microsoft.com/office/drawing/2014/main" id="{4283C2A0-41DB-4E76-A16A-1E8C97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7" name="rule-48-240">
            <a:extLst xmlns:a="http://schemas.openxmlformats.org/drawingml/2006/main">
              <a:ext uri="{FF2B5EF4-FFF2-40B4-BE49-F238E27FC236}">
                <a16:creationId xmlns:a16="http://schemas.microsoft.com/office/drawing/2014/main" id="{97D7ACD9-9012-499F-AECB-BD2643E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item-1">
            <a:extLst xmlns:a="http://schemas.openxmlformats.org/drawingml/2006/main">
              <a:ext uri="{FF2B5EF4-FFF2-40B4-BE49-F238E27FC236}">
                <a16:creationId xmlns:a16="http://schemas.microsoft.com/office/drawing/2014/main" id="{5E907DB7-6F93-4AB9-AD38-231B0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Midterm</a:t>
            </a:r>
          </a:p>
        </p:txBody>
      </p:sp>
      <p:sp>
        <p:nvSpPr>
          <p:cNvPr id="9" name="eval-desc-1">
            <a:extLst xmlns:a="http://schemas.openxmlformats.org/drawingml/2006/main">
              <a:ext uri="{FF2B5EF4-FFF2-40B4-BE49-F238E27FC236}">
                <a16:creationId xmlns:a16="http://schemas.microsoft.com/office/drawing/2014/main" id="{11617143-7C2E-49C8-975A-9ABF3DA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Individual quantitative reasoning</a:t>
            </a:r>
          </a:p>
        </p:txBody>
      </p:sp>
      <p:sp>
        <p:nvSpPr>
          <p:cNvPr id="10" name="eval-weight-1">
            <a:extLst xmlns:a="http://schemas.openxmlformats.org/drawingml/2006/main">
              <a:ext uri="{FF2B5EF4-FFF2-40B4-BE49-F238E27FC236}">
                <a16:creationId xmlns:a16="http://schemas.microsoft.com/office/drawing/2014/main" id="{0165EB59-6523-4F45-99FA-8B97BE3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1" name="rule-48-340">
            <a:extLst xmlns:a="http://schemas.openxmlformats.org/drawingml/2006/main">
              <a:ext uri="{FF2B5EF4-FFF2-40B4-BE49-F238E27FC236}">
                <a16:creationId xmlns:a16="http://schemas.microsoft.com/office/drawing/2014/main" id="{D34395B6-925B-45F2-9A35-359DF1F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al-item-2">
            <a:extLst xmlns:a="http://schemas.openxmlformats.org/drawingml/2006/main">
              <a:ext uri="{FF2B5EF4-FFF2-40B4-BE49-F238E27FC236}">
                <a16:creationId xmlns:a16="http://schemas.microsoft.com/office/drawing/2014/main" id="{370A6639-A794-486A-8BDD-2E2DE77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Team work</a:t>
            </a:r>
          </a:p>
        </p:txBody>
      </p:sp>
      <p:sp>
        <p:nvSpPr>
          <p:cNvPr id="13" name="eval-desc-2">
            <a:extLst xmlns:a="http://schemas.openxmlformats.org/drawingml/2006/main">
              <a:ext uri="{FF2B5EF4-FFF2-40B4-BE49-F238E27FC236}">
                <a16:creationId xmlns:a16="http://schemas.microsoft.com/office/drawing/2014/main" id="{AC7F9F72-9160-4B45-BED5-627809F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Collaborative analysis and communication</a:t>
            </a:r>
          </a:p>
        </p:txBody>
      </p:sp>
      <p:sp>
        <p:nvSpPr>
          <p:cNvPr id="14" name="eval-weight-2">
            <a:extLst xmlns:a="http://schemas.openxmlformats.org/drawingml/2006/main">
              <a:ext uri="{FF2B5EF4-FFF2-40B4-BE49-F238E27FC236}">
                <a16:creationId xmlns:a16="http://schemas.microsoft.com/office/drawing/2014/main" id="{D9B73E19-D682-41AA-9BE3-3045C4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rule-48-440">
            <a:extLst xmlns:a="http://schemas.openxmlformats.org/drawingml/2006/main">
              <a:ext uri="{FF2B5EF4-FFF2-40B4-BE49-F238E27FC236}">
                <a16:creationId xmlns:a16="http://schemas.microsoft.com/office/drawing/2014/main" id="{05758D99-0664-4230-A74F-880A19F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item-3">
            <a:extLst xmlns:a="http://schemas.openxmlformats.org/drawingml/2006/main">
              <a:ext uri="{FF2B5EF4-FFF2-40B4-BE49-F238E27FC236}">
                <a16:creationId xmlns:a16="http://schemas.microsoft.com/office/drawing/2014/main" id="{792C29AB-D8BF-40A8-83AF-9A6532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 exam</a:t>
            </a:r>
          </a:p>
        </p:txBody>
      </p:sp>
      <p:sp>
        <p:nvSpPr>
          <p:cNvPr id="17" name="eval-desc-3">
            <a:extLst xmlns:a="http://schemas.openxmlformats.org/drawingml/2006/main">
              <a:ext uri="{FF2B5EF4-FFF2-40B4-BE49-F238E27FC236}">
                <a16:creationId xmlns:a16="http://schemas.microsoft.com/office/drawing/2014/main" id="{D8246950-4549-4815-BCB5-F452C85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paper 25% + oral defence 15%</a:t>
            </a:r>
          </a:p>
        </p:txBody>
      </p:sp>
      <p:sp>
        <p:nvSpPr>
          <p:cNvPr id="18" name="eval-weight-3">
            <a:extLst xmlns:a="http://schemas.openxmlformats.org/drawingml/2006/main">
              <a:ext uri="{FF2B5EF4-FFF2-40B4-BE49-F238E27FC236}">
                <a16:creationId xmlns:a16="http://schemas.microsoft.com/office/drawing/2014/main" id="{F18654EE-11CE-4FD9-83D9-1BA4A2A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rule-48-540">
            <a:extLst xmlns:a="http://schemas.openxmlformats.org/drawingml/2006/main">
              <a:ext uri="{FF2B5EF4-FFF2-40B4-BE49-F238E27FC236}">
                <a16:creationId xmlns:a16="http://schemas.microsoft.com/office/drawing/2014/main" id="{9422EE98-5863-4C8F-8448-6293644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total">
            <a:extLst xmlns:a="http://schemas.openxmlformats.org/drawingml/2006/main">
              <a:ext uri="{FF2B5EF4-FFF2-40B4-BE49-F238E27FC236}">
                <a16:creationId xmlns:a16="http://schemas.microsoft.com/office/drawing/2014/main" id="{5B22D001-FF60-4760-9044-59FDD32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TOTAL · 100%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25DCAA-CCD0-4AE7-9437-B8B2D3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ED0E1C-E12E-4C90-9BF9-5666500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71E493-A7A3-4189-BEF7-7FD195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936792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lecture builds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Practice is a 90-minute research sprint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31" name="media-matte-conditional_mean.png">
            <a:extLst xmlns:a="http://schemas.openxmlformats.org/drawingml/2006/main">
              <a:ext uri="{FF2B5EF4-FFF2-40B4-BE49-F238E27FC236}">
                <a16:creationId xmlns:a16="http://schemas.microsoft.com/office/drawing/2014/main" id="{8CE9C3BC-D6B6-431F-8FDD-B99AEED5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630843dec42a8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v-kicker">
            <a:extLst xmlns:a="http://schemas.openxmlformats.org/drawingml/2006/main">
              <a:ext uri="{FF2B5EF4-FFF2-40B4-BE49-F238E27FC236}">
                <a16:creationId xmlns:a16="http://schemas.microsoft.com/office/drawing/2014/main" id="{E1A7B52A-E669-40C4-B637-3AC3B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COURSE ORIENTATION · AI GOVERNANCE</a:t>
            </a:r>
          </a:p>
        </p:txBody>
      </p:sp>
      <p:sp>
        <p:nvSpPr>
          <p:cNvPr id="2" name="gov-title">
            <a:extLst xmlns:a="http://schemas.openxmlformats.org/drawingml/2006/main">
              <a:ext uri="{FF2B5EF4-FFF2-40B4-BE49-F238E27FC236}">
                <a16:creationId xmlns:a16="http://schemas.microsoft.com/office/drawing/2014/main" id="{392EE70A-8674-40EE-BD4E-05BC895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local model can propose. It cannot certify.</a:t>
            </a:r>
          </a:p>
        </p:txBody>
      </p:sp>
      <p:sp>
        <p:nvSpPr>
          <p:cNvPr id="3" name="gov-label-0">
            <a:extLst xmlns:a="http://schemas.openxmlformats.org/drawingml/2006/main">
              <a:ext uri="{FF2B5EF4-FFF2-40B4-BE49-F238E27FC236}">
                <a16:creationId xmlns:a16="http://schemas.microsoft.com/office/drawing/2014/main" id="{B455C53A-A14C-45DE-ACC1-B49C29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4" name="gov-copy-0">
            <a:extLst xmlns:a="http://schemas.openxmlformats.org/drawingml/2006/main">
              <a:ext uri="{FF2B5EF4-FFF2-40B4-BE49-F238E27FC236}">
                <a16:creationId xmlns:a16="http://schemas.microsoft.com/office/drawing/2014/main" id="{7EC8739D-319E-40F7-A12F-97D6E0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course data on the laptop.</a:t>
            </a:r>
          </a:p>
        </p:txBody>
      </p:sp>
      <p:sp>
        <p:nvSpPr>
          <p:cNvPr id="5" name="gov-label-1">
            <a:extLst xmlns:a="http://schemas.openxmlformats.org/drawingml/2006/main">
              <a:ext uri="{FF2B5EF4-FFF2-40B4-BE49-F238E27FC236}">
                <a16:creationId xmlns:a16="http://schemas.microsoft.com/office/drawing/2014/main" id="{010F131D-993C-4719-A416-2D9EC0D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6" name="gov-copy-1">
            <a:extLst xmlns:a="http://schemas.openxmlformats.org/drawingml/2006/main">
              <a:ext uri="{FF2B5EF4-FFF2-40B4-BE49-F238E27FC236}">
                <a16:creationId xmlns:a16="http://schemas.microsoft.com/office/drawing/2014/main" id="{71DA7925-E08B-41AA-8B96-2E3F9A5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the prompt, output, and code change.</a:t>
            </a:r>
          </a:p>
        </p:txBody>
      </p:sp>
      <p:sp>
        <p:nvSpPr>
          <p:cNvPr id="7" name="gov-label-2">
            <a:extLst xmlns:a="http://schemas.openxmlformats.org/drawingml/2006/main">
              <a:ext uri="{FF2B5EF4-FFF2-40B4-BE49-F238E27FC236}">
                <a16:creationId xmlns:a16="http://schemas.microsoft.com/office/drawing/2014/main" id="{60BBF89D-0BAE-47C7-91CF-3C74C69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8" name="gov-copy-2">
            <a:extLst xmlns:a="http://schemas.openxmlformats.org/drawingml/2006/main">
              <a:ext uri="{FF2B5EF4-FFF2-40B4-BE49-F238E27FC236}">
                <a16:creationId xmlns:a16="http://schemas.microsoft.com/office/drawing/2014/main" id="{553FCC19-DC54-43CC-8EA0-CD4E1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claims against data, documentation, and the article.</a:t>
            </a:r>
          </a:p>
        </p:txBody>
      </p:sp>
      <p:sp>
        <p:nvSpPr>
          <p:cNvPr id="9" name="gov-label-3">
            <a:extLst xmlns:a="http://schemas.openxmlformats.org/drawingml/2006/main">
              <a:ext uri="{FF2B5EF4-FFF2-40B4-BE49-F238E27FC236}">
                <a16:creationId xmlns:a16="http://schemas.microsoft.com/office/drawing/2014/main" id="{8858E266-85EE-42B9-91C6-2D7431D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</p:txBody>
      </p:sp>
      <p:sp>
        <p:nvSpPr>
          <p:cNvPr id="10" name="gov-copy-3">
            <a:extLst xmlns:a="http://schemas.openxmlformats.org/drawingml/2006/main">
              <a:ext uri="{FF2B5EF4-FFF2-40B4-BE49-F238E27FC236}">
                <a16:creationId xmlns:a16="http://schemas.microsoft.com/office/drawing/2014/main" id="{B6587B51-D404-4FD3-A9A9-9698320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remain responsible for every submitted line.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BEBD59-F069-46C6-A1A1-A1A2621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6EC795-BC51-47C4-923A-BF55469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23D64-D4AC-478C-A171-E2D3CC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2102380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8739E4F-EE6C-44C0-8A3C-A10230F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20E4E-28FC-449D-AF08-A2890D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the repository on the Desktop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B961CA-422C-452C-80B6-5A73B75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workflow-edge-0"/>
          <p:cNvCxnSpPr/>
          <p:nvPr/>
        </p:nvCxnSpPr>
        <p:spPr>
          <a:xfrm xmlns:a="http://schemas.openxmlformats.org/drawingml/2006/main">
            <a:off x="301942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0" name="workflow-edge-1"/>
          <p:cNvCxnSpPr/>
          <p:nvPr/>
        </p:nvCxnSpPr>
        <p:spPr>
          <a:xfrm xmlns:a="http://schemas.openxmlformats.org/drawingml/2006/main">
            <a:off x="5924550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1" name="workflow-edge-2"/>
          <p:cNvCxnSpPr/>
          <p:nvPr/>
        </p:nvCxnSpPr>
        <p:spPr>
          <a:xfrm xmlns:a="http://schemas.openxmlformats.org/drawingml/2006/main">
            <a:off x="882967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4192C16-0C64-456A-82D6-D6EA916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4FD15B-C2DC-4BCD-890C-242CE0E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D5E7047-C66B-428B-B6EB-FB9E428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886C4-70F0-435B-9363-8546F4C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4AB886B-E7A8-4C5E-A464-DADDA1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7160B55-4B17-49DB-9D3C-2BDBB99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A3E485D-C706-4C8A-B1C6-705F918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ECE2BDD2-0FE1-41FD-9834-688A11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</a:t>
            </a:r>
          </a:p>
        </p:txBody>
      </p:sp>
      <p:sp>
        <p:nvSpPr>
          <p:cNvPr id="15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09E1A45A-065A-4A0B-A149-F9CDB7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BEFORE CLASS</a:t>
            </a:r>
          </a:p>
        </p:txBody>
      </p:sp>
      <p:sp>
        <p:nvSpPr>
          <p:cNvPr id="16" name="cadence-copy-0">
            <a:extLst xmlns:a="http://schemas.openxmlformats.org/drawingml/2006/main">
              <a:ext uri="{FF2B5EF4-FFF2-40B4-BE49-F238E27FC236}">
                <a16:creationId xmlns:a16="http://schemas.microsoft.com/office/drawing/2014/main" id="{EC1DE7CD-A618-41C6-BED3-581F50F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assigned academic article; download its Dataverse package.</a:t>
            </a:r>
          </a:p>
        </p:txBody>
      </p:sp>
      <p:sp>
        <p:nvSpPr>
          <p:cNvPr id="17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BB335062-8077-4811-9097-576AF08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 CLASS</a:t>
            </a:r>
          </a:p>
        </p:txBody>
      </p:sp>
      <p:sp>
        <p:nvSpPr>
          <p:cNvPr id="18" name="cadence-copy-1">
            <a:extLst xmlns:a="http://schemas.openxmlformats.org/drawingml/2006/main">
              <a:ext uri="{FF2B5EF4-FFF2-40B4-BE49-F238E27FC236}">
                <a16:creationId xmlns:a16="http://schemas.microsoft.com/office/drawing/2014/main" id="{67C3F7D5-0747-4349-82B2-8FB4CE1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and mathematics, then reproduce one published result in groups.</a:t>
            </a:r>
          </a:p>
        </p:txBody>
      </p:sp>
      <p:sp>
        <p:nvSpPr>
          <p:cNvPr id="19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7E0D2DBB-B30A-41EA-A1B3-5F5910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AFTER CLASS</a:t>
            </a:r>
          </a:p>
        </p:txBody>
      </p:sp>
      <p:sp>
        <p:nvSpPr>
          <p:cNvPr id="20" name="cadence-copy-2">
            <a:extLst xmlns:a="http://schemas.openxmlformats.org/drawingml/2006/main">
              <a:ext uri="{FF2B5EF4-FFF2-40B4-BE49-F238E27FC236}">
                <a16:creationId xmlns:a16="http://schemas.microsoft.com/office/drawing/2014/main" id="{E02CF6EA-31DB-446F-9EE5-03B2CE1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 a short app-based knowledge check if you want participation practice.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856CF8-C127-4FAD-A56B-8A3F7B8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278B0A-31DF-49A8-85C1-7164A7D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4F7659-2D44-4F30-9462-4C2173D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710954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99825AE-B57D-40EF-9BEB-2C07956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0ADBD-034A-4572-8D5D-A19BF4B1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open toolchain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A6037AF-DA6A-457A-96BD-FCFB001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ond-id-0">
            <a:extLst xmlns:a="http://schemas.openxmlformats.org/drawingml/2006/main">
              <a:ext uri="{FF2B5EF4-FFF2-40B4-BE49-F238E27FC236}">
                <a16:creationId xmlns:a16="http://schemas.microsoft.com/office/drawing/2014/main" id="{C09D4910-C392-400E-9604-015987C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second-title-0">
            <a:extLst xmlns:a="http://schemas.openxmlformats.org/drawingml/2006/main">
              <a:ext uri="{FF2B5EF4-FFF2-40B4-BE49-F238E27FC236}">
                <a16:creationId xmlns:a16="http://schemas.microsoft.com/office/drawing/2014/main" id="{D6E04CC6-A81B-4AEC-AF29-00B58AD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 ensembles</a:t>
            </a:r>
          </a:p>
        </p:txBody>
      </p:sp>
      <p:sp>
        <p:nvSpPr>
          <p:cNvPr id="6" name="second-hook-0">
            <a:extLst xmlns:a="http://schemas.openxmlformats.org/drawingml/2006/main">
              <a:ext uri="{FF2B5EF4-FFF2-40B4-BE49-F238E27FC236}">
                <a16:creationId xmlns:a16="http://schemas.microsoft.com/office/drawing/2014/main" id="{EA088B53-5520-44DF-B58D-7F7D267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09F0B86F-F4D8-433A-92FF-37D738A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ond-id-1">
            <a:extLst xmlns:a="http://schemas.openxmlformats.org/drawingml/2006/main">
              <a:ext uri="{FF2B5EF4-FFF2-40B4-BE49-F238E27FC236}">
                <a16:creationId xmlns:a16="http://schemas.microsoft.com/office/drawing/2014/main" id="{957A8760-6CCE-48A5-B3EA-4636A68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9" name="second-title-1">
            <a:extLst xmlns:a="http://schemas.openxmlformats.org/drawingml/2006/main">
              <a:ext uri="{FF2B5EF4-FFF2-40B4-BE49-F238E27FC236}">
                <a16:creationId xmlns:a16="http://schemas.microsoft.com/office/drawing/2014/main" id="{D5F4547E-BFB1-49F0-91A9-580323C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 &amp; factors</a:t>
            </a:r>
          </a:p>
        </p:txBody>
      </p:sp>
      <p:sp>
        <p:nvSpPr>
          <p:cNvPr id="10" name="second-hook-1">
            <a:extLst xmlns:a="http://schemas.openxmlformats.org/drawingml/2006/main">
              <a:ext uri="{FF2B5EF4-FFF2-40B4-BE49-F238E27FC236}">
                <a16:creationId xmlns:a16="http://schemas.microsoft.com/office/drawing/2014/main" id="{890614A3-BB65-4CF2-B690-508AE02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20D3D3EC-3A84-4A60-ABEB-B25E4BE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id-2">
            <a:extLst xmlns:a="http://schemas.openxmlformats.org/drawingml/2006/main">
              <a:ext uri="{FF2B5EF4-FFF2-40B4-BE49-F238E27FC236}">
                <a16:creationId xmlns:a16="http://schemas.microsoft.com/office/drawing/2014/main" id="{A1FF5D65-BF22-4317-AD7C-C92C7429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13" name="second-title-2">
            <a:extLst xmlns:a="http://schemas.openxmlformats.org/drawingml/2006/main">
              <a:ext uri="{FF2B5EF4-FFF2-40B4-BE49-F238E27FC236}">
                <a16:creationId xmlns:a16="http://schemas.microsoft.com/office/drawing/2014/main" id="{1C475F3A-369E-4CE4-B248-A220891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 &amp; text</a:t>
            </a:r>
          </a:p>
        </p:txBody>
      </p:sp>
      <p:sp>
        <p:nvSpPr>
          <p:cNvPr id="14" name="second-hook-2">
            <a:extLst xmlns:a="http://schemas.openxmlformats.org/drawingml/2006/main">
              <a:ext uri="{FF2B5EF4-FFF2-40B4-BE49-F238E27FC236}">
                <a16:creationId xmlns:a16="http://schemas.microsoft.com/office/drawing/2014/main" id="{3D4D8022-4132-473C-B5B2-FBB3B1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BB0F8875-21E3-4C81-83CC-6D2F2F6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ond-id-3">
            <a:extLst xmlns:a="http://schemas.openxmlformats.org/drawingml/2006/main">
              <a:ext uri="{FF2B5EF4-FFF2-40B4-BE49-F238E27FC236}">
                <a16:creationId xmlns:a16="http://schemas.microsoft.com/office/drawing/2014/main" id="{A5270C63-E5D6-43B0-B460-9E786FE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7" name="second-title-3">
            <a:extLst xmlns:a="http://schemas.openxmlformats.org/drawingml/2006/main">
              <a:ext uri="{FF2B5EF4-FFF2-40B4-BE49-F238E27FC236}">
                <a16:creationId xmlns:a16="http://schemas.microsoft.com/office/drawing/2014/main" id="{93EB5999-6106-4B4F-B635-52DC292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ML</a:t>
            </a:r>
          </a:p>
        </p:txBody>
      </p:sp>
      <p:sp>
        <p:nvSpPr>
          <p:cNvPr id="18" name="second-hook-3">
            <a:extLst xmlns:a="http://schemas.openxmlformats.org/drawingml/2006/main">
              <a:ext uri="{FF2B5EF4-FFF2-40B4-BE49-F238E27FC236}">
                <a16:creationId xmlns:a16="http://schemas.microsoft.com/office/drawing/2014/main" id="{0A0B8361-9F5F-475F-A334-45E08C2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3FD321D8-2F3B-4B68-A04C-03C69DB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ond-id-4">
            <a:extLst xmlns:a="http://schemas.openxmlformats.org/drawingml/2006/main">
              <a:ext uri="{FF2B5EF4-FFF2-40B4-BE49-F238E27FC236}">
                <a16:creationId xmlns:a16="http://schemas.microsoft.com/office/drawing/2014/main" id="{55B18403-1AA9-40F6-AD65-07CC9B3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1" name="second-title-4">
            <a:extLst xmlns:a="http://schemas.openxmlformats.org/drawingml/2006/main">
              <a:ext uri="{FF2B5EF4-FFF2-40B4-BE49-F238E27FC236}">
                <a16:creationId xmlns:a16="http://schemas.microsoft.com/office/drawing/2014/main" id="{31A246F3-D223-4611-B3EB-1428F12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 &amp; governance</a:t>
            </a:r>
          </a:p>
        </p:txBody>
      </p:sp>
      <p:sp>
        <p:nvSpPr>
          <p:cNvPr id="22" name="second-hook-4">
            <a:extLst xmlns:a="http://schemas.openxmlformats.org/drawingml/2006/main">
              <a:ext uri="{FF2B5EF4-FFF2-40B4-BE49-F238E27FC236}">
                <a16:creationId xmlns:a16="http://schemas.microsoft.com/office/drawing/2014/main" id="{BAB40B84-3E10-4727-8545-9204BD4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A7882679-6CD7-4E59-99C3-04F4A68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ond-id-5">
            <a:extLst xmlns:a="http://schemas.openxmlformats.org/drawingml/2006/main">
              <a:ext uri="{FF2B5EF4-FFF2-40B4-BE49-F238E27FC236}">
                <a16:creationId xmlns:a16="http://schemas.microsoft.com/office/drawing/2014/main" id="{C83E22A2-5D08-4AC3-B65A-FCF200B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5" name="second-title-5">
            <a:extLst xmlns:a="http://schemas.openxmlformats.org/drawingml/2006/main">
              <a:ext uri="{FF2B5EF4-FFF2-40B4-BE49-F238E27FC236}">
                <a16:creationId xmlns:a16="http://schemas.microsoft.com/office/drawing/2014/main" id="{3645C926-9CA8-4C87-AAC8-837215A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Presentation &amp; defence</a:t>
            </a:r>
          </a:p>
        </p:txBody>
      </p:sp>
      <p:sp>
        <p:nvSpPr>
          <p:cNvPr id="26" name="second-hook-5">
            <a:extLst xmlns:a="http://schemas.openxmlformats.org/drawingml/2006/main">
              <a:ext uri="{FF2B5EF4-FFF2-40B4-BE49-F238E27FC236}">
                <a16:creationId xmlns:a16="http://schemas.microsoft.com/office/drawing/2014/main" id="{1B69A87D-E673-420D-BD5C-A2182A3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C7A665B-4DAB-48E7-A7A1-4483E66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51FF82-17D8-4E4F-8633-77C60CC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4ED46E2-204C-4C9A-A8AB-D4F5F3D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975399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57131CE-2874-4208-BA99-9932BD9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B58B-43D6-4E5B-9C80-C8CDEC5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Evaluation at a glance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73E8670-48B6-42A6-B1EF-C1B4B7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al-item-0">
            <a:extLst xmlns:a="http://schemas.openxmlformats.org/drawingml/2006/main">
              <a:ext uri="{FF2B5EF4-FFF2-40B4-BE49-F238E27FC236}">
                <a16:creationId xmlns:a16="http://schemas.microsoft.com/office/drawing/2014/main" id="{D7513296-59EA-464C-B8E7-06AFF1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5" name="eval-desc-0">
            <a:extLst xmlns:a="http://schemas.openxmlformats.org/drawingml/2006/main">
              <a:ext uri="{FF2B5EF4-FFF2-40B4-BE49-F238E27FC236}">
                <a16:creationId xmlns:a16="http://schemas.microsoft.com/office/drawing/2014/main" id="{7291538B-938C-40AB-997F-6D2C0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labs + engaged course work</a:t>
            </a:r>
          </a:p>
        </p:txBody>
      </p:sp>
      <p:sp>
        <p:nvSpPr>
          <p:cNvPr id="6" name="eval-weight-0">
            <a:extLst xmlns:a="http://schemas.openxmlformats.org/drawingml/2006/main">
              <a:ext uri="{FF2B5EF4-FFF2-40B4-BE49-F238E27FC236}">
                <a16:creationId xmlns:a16="http://schemas.microsoft.com/office/drawing/2014/main" id="{4283C2A0-41DB-4E76-A16A-1E8C97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7" name="rule-48-240">
            <a:extLst xmlns:a="http://schemas.openxmlformats.org/drawingml/2006/main">
              <a:ext uri="{FF2B5EF4-FFF2-40B4-BE49-F238E27FC236}">
                <a16:creationId xmlns:a16="http://schemas.microsoft.com/office/drawing/2014/main" id="{97D7ACD9-9012-499F-AECB-BD2643E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item-1">
            <a:extLst xmlns:a="http://schemas.openxmlformats.org/drawingml/2006/main">
              <a:ext uri="{FF2B5EF4-FFF2-40B4-BE49-F238E27FC236}">
                <a16:creationId xmlns:a16="http://schemas.microsoft.com/office/drawing/2014/main" id="{5E907DB7-6F93-4AB9-AD38-231B0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Midterm</a:t>
            </a:r>
          </a:p>
        </p:txBody>
      </p:sp>
      <p:sp>
        <p:nvSpPr>
          <p:cNvPr id="9" name="eval-desc-1">
            <a:extLst xmlns:a="http://schemas.openxmlformats.org/drawingml/2006/main">
              <a:ext uri="{FF2B5EF4-FFF2-40B4-BE49-F238E27FC236}">
                <a16:creationId xmlns:a16="http://schemas.microsoft.com/office/drawing/2014/main" id="{11617143-7C2E-49C8-975A-9ABF3DA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Individual quantitative reasoning</a:t>
            </a:r>
          </a:p>
        </p:txBody>
      </p:sp>
      <p:sp>
        <p:nvSpPr>
          <p:cNvPr id="10" name="eval-weight-1">
            <a:extLst xmlns:a="http://schemas.openxmlformats.org/drawingml/2006/main">
              <a:ext uri="{FF2B5EF4-FFF2-40B4-BE49-F238E27FC236}">
                <a16:creationId xmlns:a16="http://schemas.microsoft.com/office/drawing/2014/main" id="{0165EB59-6523-4F45-99FA-8B97BE3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1" name="rule-48-340">
            <a:extLst xmlns:a="http://schemas.openxmlformats.org/drawingml/2006/main">
              <a:ext uri="{FF2B5EF4-FFF2-40B4-BE49-F238E27FC236}">
                <a16:creationId xmlns:a16="http://schemas.microsoft.com/office/drawing/2014/main" id="{D34395B6-925B-45F2-9A35-359DF1F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al-item-2">
            <a:extLst xmlns:a="http://schemas.openxmlformats.org/drawingml/2006/main">
              <a:ext uri="{FF2B5EF4-FFF2-40B4-BE49-F238E27FC236}">
                <a16:creationId xmlns:a16="http://schemas.microsoft.com/office/drawing/2014/main" id="{370A6639-A794-486A-8BDD-2E2DE77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Team work</a:t>
            </a:r>
          </a:p>
        </p:txBody>
      </p:sp>
      <p:sp>
        <p:nvSpPr>
          <p:cNvPr id="13" name="eval-desc-2">
            <a:extLst xmlns:a="http://schemas.openxmlformats.org/drawingml/2006/main">
              <a:ext uri="{FF2B5EF4-FFF2-40B4-BE49-F238E27FC236}">
                <a16:creationId xmlns:a16="http://schemas.microsoft.com/office/drawing/2014/main" id="{AC7F9F72-9160-4B45-BED5-627809F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Collaborative analysis and communication</a:t>
            </a:r>
          </a:p>
        </p:txBody>
      </p:sp>
      <p:sp>
        <p:nvSpPr>
          <p:cNvPr id="14" name="eval-weight-2">
            <a:extLst xmlns:a="http://schemas.openxmlformats.org/drawingml/2006/main">
              <a:ext uri="{FF2B5EF4-FFF2-40B4-BE49-F238E27FC236}">
                <a16:creationId xmlns:a16="http://schemas.microsoft.com/office/drawing/2014/main" id="{D9B73E19-D682-41AA-9BE3-3045C4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rule-48-440">
            <a:extLst xmlns:a="http://schemas.openxmlformats.org/drawingml/2006/main">
              <a:ext uri="{FF2B5EF4-FFF2-40B4-BE49-F238E27FC236}">
                <a16:creationId xmlns:a16="http://schemas.microsoft.com/office/drawing/2014/main" id="{05758D99-0664-4230-A74F-880A19F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item-3">
            <a:extLst xmlns:a="http://schemas.openxmlformats.org/drawingml/2006/main">
              <a:ext uri="{FF2B5EF4-FFF2-40B4-BE49-F238E27FC236}">
                <a16:creationId xmlns:a16="http://schemas.microsoft.com/office/drawing/2014/main" id="{792C29AB-D8BF-40A8-83AF-9A6532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 exam</a:t>
            </a:r>
          </a:p>
        </p:txBody>
      </p:sp>
      <p:sp>
        <p:nvSpPr>
          <p:cNvPr id="17" name="eval-desc-3">
            <a:extLst xmlns:a="http://schemas.openxmlformats.org/drawingml/2006/main">
              <a:ext uri="{FF2B5EF4-FFF2-40B4-BE49-F238E27FC236}">
                <a16:creationId xmlns:a16="http://schemas.microsoft.com/office/drawing/2014/main" id="{D8246950-4549-4815-BCB5-F452C85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paper 25% + oral defence 15%</a:t>
            </a:r>
          </a:p>
        </p:txBody>
      </p:sp>
      <p:sp>
        <p:nvSpPr>
          <p:cNvPr id="18" name="eval-weight-3">
            <a:extLst xmlns:a="http://schemas.openxmlformats.org/drawingml/2006/main">
              <a:ext uri="{FF2B5EF4-FFF2-40B4-BE49-F238E27FC236}">
                <a16:creationId xmlns:a16="http://schemas.microsoft.com/office/drawing/2014/main" id="{F18654EE-11CE-4FD9-83D9-1BA4A2A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rule-48-540">
            <a:extLst xmlns:a="http://schemas.openxmlformats.org/drawingml/2006/main">
              <a:ext uri="{FF2B5EF4-FFF2-40B4-BE49-F238E27FC236}">
                <a16:creationId xmlns:a16="http://schemas.microsoft.com/office/drawing/2014/main" id="{9422EE98-5863-4C8F-8448-6293644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total">
            <a:extLst xmlns:a="http://schemas.openxmlformats.org/drawingml/2006/main">
              <a:ext uri="{FF2B5EF4-FFF2-40B4-BE49-F238E27FC236}">
                <a16:creationId xmlns:a16="http://schemas.microsoft.com/office/drawing/2014/main" id="{5B22D001-FF60-4760-9044-59FDD32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TOTAL · 100%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25DCAA-CCD0-4AE7-9437-B8B2D3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ED0E1C-E12E-4C90-9BF9-5666500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71E493-A7A3-4189-BEF7-7FD195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9367924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777D7AE8-C4A1-4AFD-88B6-D2C0B4D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BB65D-EEE0-4CFD-95D9-C4EC73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Participation · 10%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363EFF-E99A-4E00-BCCC-8644948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lead">
            <a:extLst xmlns:a="http://schemas.openxmlformats.org/drawingml/2006/main">
              <a:ext uri="{FF2B5EF4-FFF2-40B4-BE49-F238E27FC236}">
                <a16:creationId xmlns:a16="http://schemas.microsoft.com/office/drawing/2014/main" id="{6D5E7E5E-7E22-4DF9-9D7F-0587266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The course connects classroom analysis with collaborative work involving students from SDAfrique.</a:t>
            </a:r>
          </a:p>
        </p:txBody>
      </p:sp>
      <p:sp>
        <p:nvSpPr>
          <p:cNvPr id="5" name="team-bg-0">
            <a:extLst xmlns:a="http://schemas.openxmlformats.org/drawingml/2006/main">
              <a:ext uri="{FF2B5EF4-FFF2-40B4-BE49-F238E27FC236}">
                <a16:creationId xmlns:a16="http://schemas.microsoft.com/office/drawing/2014/main" id="{69F56642-269E-4540-993A-E1B2D8E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35FB53E-FF53-4C6C-BB53-6F747B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team-copy-0">
            <a:extLst xmlns:a="http://schemas.openxmlformats.org/drawingml/2006/main">
              <a:ext uri="{FF2B5EF4-FFF2-40B4-BE49-F238E27FC236}">
                <a16:creationId xmlns:a16="http://schemas.microsoft.com/office/drawing/2014/main" id="{956261C2-D26F-4713-B690-5F810B4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Runs code and narrates each decision.</a:t>
            </a:r>
          </a:p>
        </p:txBody>
      </p:sp>
      <p:sp>
        <p:nvSpPr>
          <p:cNvPr id="8" name="team-bg-1">
            <a:extLst xmlns:a="http://schemas.openxmlformats.org/drawingml/2006/main">
              <a:ext uri="{FF2B5EF4-FFF2-40B4-BE49-F238E27FC236}">
                <a16:creationId xmlns:a16="http://schemas.microsoft.com/office/drawing/2014/main" id="{4D03465D-F53D-487C-A829-16CF579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team-role-1">
            <a:extLst xmlns:a="http://schemas.openxmlformats.org/drawingml/2006/main">
              <a:ext uri="{FF2B5EF4-FFF2-40B4-BE49-F238E27FC236}">
                <a16:creationId xmlns:a16="http://schemas.microsoft.com/office/drawing/2014/main" id="{F4A6E48B-863B-4AA8-B368-0A7B5AD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CHECKER</a:t>
            </a:r>
          </a:p>
        </p:txBody>
      </p:sp>
      <p:sp>
        <p:nvSpPr>
          <p:cNvPr id="10" name="team-copy-1">
            <a:extLst xmlns:a="http://schemas.openxmlformats.org/drawingml/2006/main">
              <a:ext uri="{FF2B5EF4-FFF2-40B4-BE49-F238E27FC236}">
                <a16:creationId xmlns:a16="http://schemas.microsoft.com/office/drawing/2014/main" id="{36D29A3A-80CF-4B7E-95D6-8FDADA6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Verifies data, output, and assumptions.</a:t>
            </a:r>
          </a:p>
        </p:txBody>
      </p:sp>
      <p:sp>
        <p:nvSpPr>
          <p:cNvPr id="11" name="team-bg-2">
            <a:extLst xmlns:a="http://schemas.openxmlformats.org/drawingml/2006/main">
              <a:ext uri="{FF2B5EF4-FFF2-40B4-BE49-F238E27FC236}">
                <a16:creationId xmlns:a16="http://schemas.microsoft.com/office/drawing/2014/main" id="{9D68901D-87D0-4D1C-9404-3D40D1A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eam-role-2">
            <a:extLst xmlns:a="http://schemas.openxmlformats.org/drawingml/2006/main">
              <a:ext uri="{FF2B5EF4-FFF2-40B4-BE49-F238E27FC236}">
                <a16:creationId xmlns:a16="http://schemas.microsoft.com/office/drawing/2014/main" id="{62A00B7C-148B-4F8B-92A4-4D1A56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NARRATOR</a:t>
            </a:r>
          </a:p>
        </p:txBody>
      </p:sp>
      <p:sp>
        <p:nvSpPr>
          <p:cNvPr id="13" name="team-copy-2">
            <a:extLst xmlns:a="http://schemas.openxmlformats.org/drawingml/2006/main">
              <a:ext uri="{FF2B5EF4-FFF2-40B4-BE49-F238E27FC236}">
                <a16:creationId xmlns:a16="http://schemas.microsoft.com/office/drawing/2014/main" id="{05A45DFB-5DCD-4E40-9FEB-950C5F0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Builds the one-slide explanation.</a:t>
            </a:r>
          </a:p>
        </p:txBody>
      </p:sp>
      <p:sp>
        <p:nvSpPr>
          <p:cNvPr id="14" name="team-result">
            <a:extLst xmlns:a="http://schemas.openxmlformats.org/drawingml/2006/main">
              <a:ext uri="{FF2B5EF4-FFF2-40B4-BE49-F238E27FC236}">
                <a16:creationId xmlns:a16="http://schemas.microsoft.com/office/drawing/2014/main" id="{2AFFEFAD-34A9-4CDA-A853-A47EE93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At minute 70: one slide · two minutes · presenter chosen at random.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2BA0E9-548F-44A6-8DFC-1B88A81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B6C92-CB5E-4630-809F-1036E8E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771258-B6E5-4FC0-87B6-C2185CB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11335813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Midterm · 30%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Team work · 20%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Groups build evidence across the semester and present in Session 12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result must remain individually defensible.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Groups build evidence across the semester and present in Session 12.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Final exam · 40%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31" name="media-matte-conditional_mean.png">
            <a:extLst xmlns:a="http://schemas.openxmlformats.org/drawingml/2006/main">
              <a:ext uri="{FF2B5EF4-FFF2-40B4-BE49-F238E27FC236}">
                <a16:creationId xmlns:a16="http://schemas.microsoft.com/office/drawing/2014/main" id="{09B0DB89-E0E9-42F5-A72E-DDAE8FF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df2e947942d8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v-kicker">
            <a:extLst xmlns:a="http://schemas.openxmlformats.org/drawingml/2006/main">
              <a:ext uri="{FF2B5EF4-FFF2-40B4-BE49-F238E27FC236}">
                <a16:creationId xmlns:a16="http://schemas.microsoft.com/office/drawing/2014/main" id="{E1A7B52A-E669-40C4-B637-3AC3B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COURSE ORIENTATION · AI GOVERNANCE</a:t>
            </a:r>
          </a:p>
        </p:txBody>
      </p:sp>
      <p:sp>
        <p:nvSpPr>
          <p:cNvPr id="2" name="gov-title">
            <a:extLst xmlns:a="http://schemas.openxmlformats.org/drawingml/2006/main">
              <a:ext uri="{FF2B5EF4-FFF2-40B4-BE49-F238E27FC236}">
                <a16:creationId xmlns:a16="http://schemas.microsoft.com/office/drawing/2014/main" id="{392EE70A-8674-40EE-BD4E-05BC895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local model can propose. It cannot certify.</a:t>
            </a:r>
          </a:p>
        </p:txBody>
      </p:sp>
      <p:sp>
        <p:nvSpPr>
          <p:cNvPr id="3" name="gov-label-0">
            <a:extLst xmlns:a="http://schemas.openxmlformats.org/drawingml/2006/main">
              <a:ext uri="{FF2B5EF4-FFF2-40B4-BE49-F238E27FC236}">
                <a16:creationId xmlns:a16="http://schemas.microsoft.com/office/drawing/2014/main" id="{B455C53A-A14C-45DE-ACC1-B49C29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4" name="gov-copy-0">
            <a:extLst xmlns:a="http://schemas.openxmlformats.org/drawingml/2006/main">
              <a:ext uri="{FF2B5EF4-FFF2-40B4-BE49-F238E27FC236}">
                <a16:creationId xmlns:a16="http://schemas.microsoft.com/office/drawing/2014/main" id="{7EC8739D-319E-40F7-A12F-97D6E0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course data on the laptop.</a:t>
            </a:r>
          </a:p>
        </p:txBody>
      </p:sp>
      <p:sp>
        <p:nvSpPr>
          <p:cNvPr id="5" name="gov-label-1">
            <a:extLst xmlns:a="http://schemas.openxmlformats.org/drawingml/2006/main">
              <a:ext uri="{FF2B5EF4-FFF2-40B4-BE49-F238E27FC236}">
                <a16:creationId xmlns:a16="http://schemas.microsoft.com/office/drawing/2014/main" id="{010F131D-993C-4719-A416-2D9EC0D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6" name="gov-copy-1">
            <a:extLst xmlns:a="http://schemas.openxmlformats.org/drawingml/2006/main">
              <a:ext uri="{FF2B5EF4-FFF2-40B4-BE49-F238E27FC236}">
                <a16:creationId xmlns:a16="http://schemas.microsoft.com/office/drawing/2014/main" id="{71DA7925-E08B-41AA-8B96-2E3F9A5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the prompt, output, and code change.</a:t>
            </a:r>
          </a:p>
        </p:txBody>
      </p:sp>
      <p:sp>
        <p:nvSpPr>
          <p:cNvPr id="7" name="gov-label-2">
            <a:extLst xmlns:a="http://schemas.openxmlformats.org/drawingml/2006/main">
              <a:ext uri="{FF2B5EF4-FFF2-40B4-BE49-F238E27FC236}">
                <a16:creationId xmlns:a16="http://schemas.microsoft.com/office/drawing/2014/main" id="{60BBF89D-0BAE-47C7-91CF-3C74C69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8" name="gov-copy-2">
            <a:extLst xmlns:a="http://schemas.openxmlformats.org/drawingml/2006/main">
              <a:ext uri="{FF2B5EF4-FFF2-40B4-BE49-F238E27FC236}">
                <a16:creationId xmlns:a16="http://schemas.microsoft.com/office/drawing/2014/main" id="{553FCC19-DC54-43CC-8EA0-CD4E1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claims against data, documentation, and the article.</a:t>
            </a:r>
          </a:p>
        </p:txBody>
      </p:sp>
      <p:sp>
        <p:nvSpPr>
          <p:cNvPr id="9" name="gov-label-3">
            <a:extLst xmlns:a="http://schemas.openxmlformats.org/drawingml/2006/main">
              <a:ext uri="{FF2B5EF4-FFF2-40B4-BE49-F238E27FC236}">
                <a16:creationId xmlns:a16="http://schemas.microsoft.com/office/drawing/2014/main" id="{8858E266-85EE-42B9-91C6-2D7431D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</p:txBody>
      </p:sp>
      <p:sp>
        <p:nvSpPr>
          <p:cNvPr id="10" name="gov-copy-3">
            <a:extLst xmlns:a="http://schemas.openxmlformats.org/drawingml/2006/main">
              <a:ext uri="{FF2B5EF4-FFF2-40B4-BE49-F238E27FC236}">
                <a16:creationId xmlns:a16="http://schemas.microsoft.com/office/drawing/2014/main" id="{B6587B51-D404-4FD3-A9A9-9698320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remain responsible for every submitted line.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BEBD59-F069-46C6-A1A1-A1A2621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6EC795-BC51-47C4-923A-BF55469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23D64-D4AC-478C-A171-E2D3CC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2102380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8739E4F-EE6C-44C0-8A3C-A10230F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20E4E-28FC-449D-AF08-A2890D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Random presenter draw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B961CA-422C-452C-80B6-5A73B75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workflow-edge-0"/>
          <p:cNvCxnSpPr/>
          <p:nvPr/>
        </p:nvCxnSpPr>
        <p:spPr>
          <a:xfrm xmlns:a="http://schemas.openxmlformats.org/drawingml/2006/main">
            <a:off x="301942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0" name="workflow-edge-1"/>
          <p:cNvCxnSpPr/>
          <p:nvPr/>
        </p:nvCxnSpPr>
        <p:spPr>
          <a:xfrm xmlns:a="http://schemas.openxmlformats.org/drawingml/2006/main">
            <a:off x="5924550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1" name="workflow-edge-2"/>
          <p:cNvCxnSpPr/>
          <p:nvPr/>
        </p:nvCxnSpPr>
        <p:spPr>
          <a:xfrm xmlns:a="http://schemas.openxmlformats.org/drawingml/2006/main">
            <a:off x="882967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4192C16-0C64-456A-82D6-D6EA916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4FD15B-C2DC-4BCD-890C-242CE0E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D5E7047-C66B-428B-B6EB-FB9E428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886C4-70F0-435B-9363-8546F4C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4AB886B-E7A8-4C5E-A464-DADDA1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7160B55-4B17-49DB-9D3C-2BDBB99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A3E485D-C706-4C8A-B1C6-705F918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ECE2BDD2-0FE1-41FD-9834-688A11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</a:t>
            </a:r>
          </a:p>
        </p:txBody>
      </p:sp>
      <p:sp>
        <p:nvSpPr>
          <p:cNvPr id="15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09E1A45A-065A-4A0B-A149-F9CDB7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BEFORE CLASS</a:t>
            </a:r>
          </a:p>
        </p:txBody>
      </p:sp>
      <p:sp>
        <p:nvSpPr>
          <p:cNvPr id="16" name="cadence-copy-0">
            <a:extLst xmlns:a="http://schemas.openxmlformats.org/drawingml/2006/main">
              <a:ext uri="{FF2B5EF4-FFF2-40B4-BE49-F238E27FC236}">
                <a16:creationId xmlns:a16="http://schemas.microsoft.com/office/drawing/2014/main" id="{EC1DE7CD-A618-41C6-BED3-581F50F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assigned academic article; download its Dataverse package.</a:t>
            </a:r>
          </a:p>
        </p:txBody>
      </p:sp>
      <p:sp>
        <p:nvSpPr>
          <p:cNvPr id="17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BB335062-8077-4811-9097-576AF08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 CLASS</a:t>
            </a:r>
          </a:p>
        </p:txBody>
      </p:sp>
      <p:sp>
        <p:nvSpPr>
          <p:cNvPr id="18" name="cadence-copy-1">
            <a:extLst xmlns:a="http://schemas.openxmlformats.org/drawingml/2006/main">
              <a:ext uri="{FF2B5EF4-FFF2-40B4-BE49-F238E27FC236}">
                <a16:creationId xmlns:a16="http://schemas.microsoft.com/office/drawing/2014/main" id="{67C3F7D5-0747-4349-82B2-8FB4CE1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and mathematics, then reproduce one published result in groups.</a:t>
            </a:r>
          </a:p>
        </p:txBody>
      </p:sp>
      <p:sp>
        <p:nvSpPr>
          <p:cNvPr id="19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7E0D2DBB-B30A-41EA-A1B3-5F5910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AFTER CLASS</a:t>
            </a:r>
          </a:p>
        </p:txBody>
      </p:sp>
      <p:sp>
        <p:nvSpPr>
          <p:cNvPr id="20" name="cadence-copy-2">
            <a:extLst xmlns:a="http://schemas.openxmlformats.org/drawingml/2006/main">
              <a:ext uri="{FF2B5EF4-FFF2-40B4-BE49-F238E27FC236}">
                <a16:creationId xmlns:a16="http://schemas.microsoft.com/office/drawing/2014/main" id="{E02CF6EA-31DB-446F-9EE5-03B2CE1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 a short app-based knowledge check if you want participation practice.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856CF8-C127-4FAD-A56B-8A3F7B8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278B0A-31DF-49A8-85C1-7164A7D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4F7659-2D44-4F30-9462-4C2173D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7109549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57131CE-2874-4208-BA99-9932BD9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B58B-43D6-4E5B-9C80-C8CDEC5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Git is evidence of contribution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73E8670-48B6-42A6-B1EF-C1B4B7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al-item-0">
            <a:extLst xmlns:a="http://schemas.openxmlformats.org/drawingml/2006/main">
              <a:ext uri="{FF2B5EF4-FFF2-40B4-BE49-F238E27FC236}">
                <a16:creationId xmlns:a16="http://schemas.microsoft.com/office/drawing/2014/main" id="{D7513296-59EA-464C-B8E7-06AFF1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5" name="eval-desc-0">
            <a:extLst xmlns:a="http://schemas.openxmlformats.org/drawingml/2006/main">
              <a:ext uri="{FF2B5EF4-FFF2-40B4-BE49-F238E27FC236}">
                <a16:creationId xmlns:a16="http://schemas.microsoft.com/office/drawing/2014/main" id="{7291538B-938C-40AB-997F-6D2C0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labs + engaged course work</a:t>
            </a:r>
          </a:p>
        </p:txBody>
      </p:sp>
      <p:sp>
        <p:nvSpPr>
          <p:cNvPr id="6" name="eval-weight-0">
            <a:extLst xmlns:a="http://schemas.openxmlformats.org/drawingml/2006/main">
              <a:ext uri="{FF2B5EF4-FFF2-40B4-BE49-F238E27FC236}">
                <a16:creationId xmlns:a16="http://schemas.microsoft.com/office/drawing/2014/main" id="{4283C2A0-41DB-4E76-A16A-1E8C97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7" name="rule-48-240">
            <a:extLst xmlns:a="http://schemas.openxmlformats.org/drawingml/2006/main">
              <a:ext uri="{FF2B5EF4-FFF2-40B4-BE49-F238E27FC236}">
                <a16:creationId xmlns:a16="http://schemas.microsoft.com/office/drawing/2014/main" id="{97D7ACD9-9012-499F-AECB-BD2643E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item-1">
            <a:extLst xmlns:a="http://schemas.openxmlformats.org/drawingml/2006/main">
              <a:ext uri="{FF2B5EF4-FFF2-40B4-BE49-F238E27FC236}">
                <a16:creationId xmlns:a16="http://schemas.microsoft.com/office/drawing/2014/main" id="{5E907DB7-6F93-4AB9-AD38-231B0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Midterm</a:t>
            </a:r>
          </a:p>
        </p:txBody>
      </p:sp>
      <p:sp>
        <p:nvSpPr>
          <p:cNvPr id="9" name="eval-desc-1">
            <a:extLst xmlns:a="http://schemas.openxmlformats.org/drawingml/2006/main">
              <a:ext uri="{FF2B5EF4-FFF2-40B4-BE49-F238E27FC236}">
                <a16:creationId xmlns:a16="http://schemas.microsoft.com/office/drawing/2014/main" id="{11617143-7C2E-49C8-975A-9ABF3DA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Individual quantitative reasoning</a:t>
            </a:r>
          </a:p>
        </p:txBody>
      </p:sp>
      <p:sp>
        <p:nvSpPr>
          <p:cNvPr id="10" name="eval-weight-1">
            <a:extLst xmlns:a="http://schemas.openxmlformats.org/drawingml/2006/main">
              <a:ext uri="{FF2B5EF4-FFF2-40B4-BE49-F238E27FC236}">
                <a16:creationId xmlns:a16="http://schemas.microsoft.com/office/drawing/2014/main" id="{0165EB59-6523-4F45-99FA-8B97BE3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1" name="rule-48-340">
            <a:extLst xmlns:a="http://schemas.openxmlformats.org/drawingml/2006/main">
              <a:ext uri="{FF2B5EF4-FFF2-40B4-BE49-F238E27FC236}">
                <a16:creationId xmlns:a16="http://schemas.microsoft.com/office/drawing/2014/main" id="{D34395B6-925B-45F2-9A35-359DF1F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al-item-2">
            <a:extLst xmlns:a="http://schemas.openxmlformats.org/drawingml/2006/main">
              <a:ext uri="{FF2B5EF4-FFF2-40B4-BE49-F238E27FC236}">
                <a16:creationId xmlns:a16="http://schemas.microsoft.com/office/drawing/2014/main" id="{370A6639-A794-486A-8BDD-2E2DE77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Team work</a:t>
            </a:r>
          </a:p>
        </p:txBody>
      </p:sp>
      <p:sp>
        <p:nvSpPr>
          <p:cNvPr id="13" name="eval-desc-2">
            <a:extLst xmlns:a="http://schemas.openxmlformats.org/drawingml/2006/main">
              <a:ext uri="{FF2B5EF4-FFF2-40B4-BE49-F238E27FC236}">
                <a16:creationId xmlns:a16="http://schemas.microsoft.com/office/drawing/2014/main" id="{AC7F9F72-9160-4B45-BED5-627809F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Collaborative analysis and communication</a:t>
            </a:r>
          </a:p>
        </p:txBody>
      </p:sp>
      <p:sp>
        <p:nvSpPr>
          <p:cNvPr id="14" name="eval-weight-2">
            <a:extLst xmlns:a="http://schemas.openxmlformats.org/drawingml/2006/main">
              <a:ext uri="{FF2B5EF4-FFF2-40B4-BE49-F238E27FC236}">
                <a16:creationId xmlns:a16="http://schemas.microsoft.com/office/drawing/2014/main" id="{D9B73E19-D682-41AA-9BE3-3045C4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rule-48-440">
            <a:extLst xmlns:a="http://schemas.openxmlformats.org/drawingml/2006/main">
              <a:ext uri="{FF2B5EF4-FFF2-40B4-BE49-F238E27FC236}">
                <a16:creationId xmlns:a16="http://schemas.microsoft.com/office/drawing/2014/main" id="{05758D99-0664-4230-A74F-880A19F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item-3">
            <a:extLst xmlns:a="http://schemas.openxmlformats.org/drawingml/2006/main">
              <a:ext uri="{FF2B5EF4-FFF2-40B4-BE49-F238E27FC236}">
                <a16:creationId xmlns:a16="http://schemas.microsoft.com/office/drawing/2014/main" id="{792C29AB-D8BF-40A8-83AF-9A6532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 exam</a:t>
            </a:r>
          </a:p>
        </p:txBody>
      </p:sp>
      <p:sp>
        <p:nvSpPr>
          <p:cNvPr id="17" name="eval-desc-3">
            <a:extLst xmlns:a="http://schemas.openxmlformats.org/drawingml/2006/main">
              <a:ext uri="{FF2B5EF4-FFF2-40B4-BE49-F238E27FC236}">
                <a16:creationId xmlns:a16="http://schemas.microsoft.com/office/drawing/2014/main" id="{D8246950-4549-4815-BCB5-F452C85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paper 25% + oral defence 15%</a:t>
            </a:r>
          </a:p>
        </p:txBody>
      </p:sp>
      <p:sp>
        <p:nvSpPr>
          <p:cNvPr id="18" name="eval-weight-3">
            <a:extLst xmlns:a="http://schemas.openxmlformats.org/drawingml/2006/main">
              <a:ext uri="{FF2B5EF4-FFF2-40B4-BE49-F238E27FC236}">
                <a16:creationId xmlns:a16="http://schemas.microsoft.com/office/drawing/2014/main" id="{F18654EE-11CE-4FD9-83D9-1BA4A2A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rule-48-540">
            <a:extLst xmlns:a="http://schemas.openxmlformats.org/drawingml/2006/main">
              <a:ext uri="{FF2B5EF4-FFF2-40B4-BE49-F238E27FC236}">
                <a16:creationId xmlns:a16="http://schemas.microsoft.com/office/drawing/2014/main" id="{9422EE98-5863-4C8F-8448-6293644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total">
            <a:extLst xmlns:a="http://schemas.openxmlformats.org/drawingml/2006/main">
              <a:ext uri="{FF2B5EF4-FFF2-40B4-BE49-F238E27FC236}">
                <a16:creationId xmlns:a16="http://schemas.microsoft.com/office/drawing/2014/main" id="{5B22D001-FF60-4760-9044-59FDD32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TOTAL · 100%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25DCAA-CCD0-4AE7-9437-B8B2D3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ED0E1C-E12E-4C90-9BF9-5666500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71E493-A7A3-4189-BEF7-7FD195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9367924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Peer ratings are one signal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5DFE972-2C0C-4C9C-81DC-EA97E46D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COURSE ORIENTATION · FINAL RESEARCH PAPER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F46D34-74E2-4FCD-B309-D93C7AB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the paper while you learn the methods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852AC05-E4FD-42B6-90D4-D185974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workflow-edge-0"/>
          <p:cNvCxnSpPr/>
          <p:nvPr/>
        </p:nvCxnSpPr>
        <p:spPr>
          <a:xfrm xmlns:a="http://schemas.openxmlformats.org/drawingml/2006/main">
            <a:off x="30670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2" name="workflow-edge-1"/>
          <p:cNvCxnSpPr/>
          <p:nvPr/>
        </p:nvCxnSpPr>
        <p:spPr>
          <a:xfrm xmlns:a="http://schemas.openxmlformats.org/drawingml/2006/main">
            <a:off x="59245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3" name="workflow-edge-2"/>
          <p:cNvCxnSpPr/>
          <p:nvPr/>
        </p:nvCxnSpPr>
        <p:spPr>
          <a:xfrm xmlns:a="http://schemas.openxmlformats.org/drawingml/2006/main">
            <a:off x="87820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2077F84C-D0DD-4B47-8662-261032E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A9E23FD-22D6-4598-BD6D-D96884F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74D6913-0918-466A-A56D-79304889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BEB0AFE-B1C3-433A-90DA-98E15B8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CD4C896-CD40-4AA3-963D-D941FB6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4749E9F-D4F6-428E-A49E-6D6EFFD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741D9614-F8DF-4376-938E-5BFF49F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A9D1E8A1-BB86-4F57-AD46-CE1D41B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5" name="paper-label-0">
            <a:extLst xmlns:a="http://schemas.openxmlformats.org/drawingml/2006/main">
              <a:ext uri="{FF2B5EF4-FFF2-40B4-BE49-F238E27FC236}">
                <a16:creationId xmlns:a16="http://schemas.microsoft.com/office/drawing/2014/main" id="{D3BE19C3-D136-4FA0-90AD-C08C613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6" name="paper-copy-0">
            <a:extLst xmlns:a="http://schemas.openxmlformats.org/drawingml/2006/main">
              <a:ext uri="{FF2B5EF4-FFF2-40B4-BE49-F238E27FC236}">
                <a16:creationId xmlns:a16="http://schemas.microsoft.com/office/drawing/2014/main" id="{44433807-B3A9-4DD3-91AA-1BDACDC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real reader and a consequential choice.</a:t>
            </a:r>
          </a:p>
        </p:txBody>
      </p:sp>
      <p:sp>
        <p:nvSpPr>
          <p:cNvPr id="17" name="paper-label-1">
            <a:extLst xmlns:a="http://schemas.openxmlformats.org/drawingml/2006/main">
              <a:ext uri="{FF2B5EF4-FFF2-40B4-BE49-F238E27FC236}">
                <a16:creationId xmlns:a16="http://schemas.microsoft.com/office/drawing/2014/main" id="{EB7A7F22-E732-47FB-836F-4F59B068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8" name="paper-copy-1">
            <a:extLst xmlns:a="http://schemas.openxmlformats.org/drawingml/2006/main">
              <a:ext uri="{FF2B5EF4-FFF2-40B4-BE49-F238E27FC236}">
                <a16:creationId xmlns:a16="http://schemas.microsoft.com/office/drawing/2014/main" id="{2AB29734-F1E3-4659-BAB5-82CFFAD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Reproducible data, code, estimates, and figures.</a:t>
            </a:r>
          </a:p>
        </p:txBody>
      </p:sp>
      <p:sp>
        <p:nvSpPr>
          <p:cNvPr id="19" name="paper-label-2">
            <a:extLst xmlns:a="http://schemas.openxmlformats.org/drawingml/2006/main">
              <a:ext uri="{FF2B5EF4-FFF2-40B4-BE49-F238E27FC236}">
                <a16:creationId xmlns:a16="http://schemas.microsoft.com/office/drawing/2014/main" id="{71BB127E-0BD2-4A6C-BC2F-4065065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20" name="paper-copy-2">
            <a:extLst xmlns:a="http://schemas.openxmlformats.org/drawingml/2006/main">
              <a:ext uri="{FF2B5EF4-FFF2-40B4-BE49-F238E27FC236}">
                <a16:creationId xmlns:a16="http://schemas.microsoft.com/office/drawing/2014/main" id="{6AF43874-D492-415E-AE5C-995488B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Benchmarks, uncertainty, failure modes, and limits.</a:t>
            </a:r>
          </a:p>
        </p:txBody>
      </p:sp>
      <p:sp>
        <p:nvSpPr>
          <p:cNvPr id="21" name="paper-label-3">
            <a:extLst xmlns:a="http://schemas.openxmlformats.org/drawingml/2006/main">
              <a:ext uri="{FF2B5EF4-FFF2-40B4-BE49-F238E27FC236}">
                <a16:creationId xmlns:a16="http://schemas.microsoft.com/office/drawing/2014/main" id="{30B55D65-61F2-4184-B72A-C59D99AE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2" name="paper-copy-3">
            <a:extLst xmlns:a="http://schemas.openxmlformats.org/drawingml/2006/main">
              <a:ext uri="{FF2B5EF4-FFF2-40B4-BE49-F238E27FC236}">
                <a16:creationId xmlns:a16="http://schemas.microsoft.com/office/drawing/2014/main" id="{2D2AB1E1-A262-475B-9A2A-7A780A7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recommendation plus evidence that would reverse it.</a:t>
            </a:r>
          </a:p>
        </p:txBody>
      </p:sp>
      <p:sp>
        <p:nvSpPr>
          <p:cNvPr id="2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FFA34E-1CAE-4B1B-9CA6-FFEDD6B0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938AB06-EB55-4AAC-A36E-0E31FC7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E7606B-AFFE-44C4-91F0-8F24825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3426439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777D7AE8-C4A1-4AFD-88B6-D2C0B4D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BB65D-EEE0-4CFD-95D9-C4EC73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Ten groups · five research angles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363EFF-E99A-4E00-BCCC-8644948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lead">
            <a:extLst xmlns:a="http://schemas.openxmlformats.org/drawingml/2006/main">
              <a:ext uri="{FF2B5EF4-FFF2-40B4-BE49-F238E27FC236}">
                <a16:creationId xmlns:a16="http://schemas.microsoft.com/office/drawing/2014/main" id="{6D5E7E5E-7E22-4DF9-9D7F-0587266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The course connects classroom analysis with collaborative work involving students from SDAfrique.</a:t>
            </a:r>
          </a:p>
        </p:txBody>
      </p:sp>
      <p:sp>
        <p:nvSpPr>
          <p:cNvPr id="5" name="team-bg-0">
            <a:extLst xmlns:a="http://schemas.openxmlformats.org/drawingml/2006/main">
              <a:ext uri="{FF2B5EF4-FFF2-40B4-BE49-F238E27FC236}">
                <a16:creationId xmlns:a16="http://schemas.microsoft.com/office/drawing/2014/main" id="{69F56642-269E-4540-993A-E1B2D8E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35FB53E-FF53-4C6C-BB53-6F747B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team-copy-0">
            <a:extLst xmlns:a="http://schemas.openxmlformats.org/drawingml/2006/main">
              <a:ext uri="{FF2B5EF4-FFF2-40B4-BE49-F238E27FC236}">
                <a16:creationId xmlns:a16="http://schemas.microsoft.com/office/drawing/2014/main" id="{956261C2-D26F-4713-B690-5F810B4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Runs code and narrates each decision.</a:t>
            </a:r>
          </a:p>
        </p:txBody>
      </p:sp>
      <p:sp>
        <p:nvSpPr>
          <p:cNvPr id="8" name="team-bg-1">
            <a:extLst xmlns:a="http://schemas.openxmlformats.org/drawingml/2006/main">
              <a:ext uri="{FF2B5EF4-FFF2-40B4-BE49-F238E27FC236}">
                <a16:creationId xmlns:a16="http://schemas.microsoft.com/office/drawing/2014/main" id="{4D03465D-F53D-487C-A829-16CF579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team-role-1">
            <a:extLst xmlns:a="http://schemas.openxmlformats.org/drawingml/2006/main">
              <a:ext uri="{FF2B5EF4-FFF2-40B4-BE49-F238E27FC236}">
                <a16:creationId xmlns:a16="http://schemas.microsoft.com/office/drawing/2014/main" id="{F4A6E48B-863B-4AA8-B368-0A7B5AD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CHECKER</a:t>
            </a:r>
          </a:p>
        </p:txBody>
      </p:sp>
      <p:sp>
        <p:nvSpPr>
          <p:cNvPr id="10" name="team-copy-1">
            <a:extLst xmlns:a="http://schemas.openxmlformats.org/drawingml/2006/main">
              <a:ext uri="{FF2B5EF4-FFF2-40B4-BE49-F238E27FC236}">
                <a16:creationId xmlns:a16="http://schemas.microsoft.com/office/drawing/2014/main" id="{36D29A3A-80CF-4B7E-95D6-8FDADA6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Verifies data, output, and assumptions.</a:t>
            </a:r>
          </a:p>
        </p:txBody>
      </p:sp>
      <p:sp>
        <p:nvSpPr>
          <p:cNvPr id="11" name="team-bg-2">
            <a:extLst xmlns:a="http://schemas.openxmlformats.org/drawingml/2006/main">
              <a:ext uri="{FF2B5EF4-FFF2-40B4-BE49-F238E27FC236}">
                <a16:creationId xmlns:a16="http://schemas.microsoft.com/office/drawing/2014/main" id="{9D68901D-87D0-4D1C-9404-3D40D1A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eam-role-2">
            <a:extLst xmlns:a="http://schemas.openxmlformats.org/drawingml/2006/main">
              <a:ext uri="{FF2B5EF4-FFF2-40B4-BE49-F238E27FC236}">
                <a16:creationId xmlns:a16="http://schemas.microsoft.com/office/drawing/2014/main" id="{62A00B7C-148B-4F8B-92A4-4D1A56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NARRATOR</a:t>
            </a:r>
          </a:p>
        </p:txBody>
      </p:sp>
      <p:sp>
        <p:nvSpPr>
          <p:cNvPr id="13" name="team-copy-2">
            <a:extLst xmlns:a="http://schemas.openxmlformats.org/drawingml/2006/main">
              <a:ext uri="{FF2B5EF4-FFF2-40B4-BE49-F238E27FC236}">
                <a16:creationId xmlns:a16="http://schemas.microsoft.com/office/drawing/2014/main" id="{05A45DFB-5DCD-4E40-9FEB-950C5F0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Builds the one-slide explanation.</a:t>
            </a:r>
          </a:p>
        </p:txBody>
      </p:sp>
      <p:sp>
        <p:nvSpPr>
          <p:cNvPr id="14" name="team-result">
            <a:extLst xmlns:a="http://schemas.openxmlformats.org/drawingml/2006/main">
              <a:ext uri="{FF2B5EF4-FFF2-40B4-BE49-F238E27FC236}">
                <a16:creationId xmlns:a16="http://schemas.microsoft.com/office/drawing/2014/main" id="{2AFFEFAD-34A9-4CDA-A853-A47EE93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At minute 70: one slide · two minutes · presenter chosen at random.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2BA0E9-548F-44A6-8DFC-1B88A81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B6C92-CB5E-4630-809F-1036E8E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771258-B6E5-4FC0-87B6-C2185CB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11335813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A · compute and energy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Electricity prices, generation mix, industrial demand, and the energy requirements of AI and digital…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decision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Y, X, and timing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B · work and skills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31" name="media-matte-conditional_mean.png">
            <a:extLst xmlns:a="http://schemas.openxmlformats.org/drawingml/2006/main">
              <a:ext uri="{FF2B5EF4-FFF2-40B4-BE49-F238E27FC236}">
                <a16:creationId xmlns:a16="http://schemas.microsoft.com/office/drawing/2014/main" id="{47DFF01E-4E74-46BB-8674-468CA04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55bb600424492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v-kicker">
            <a:extLst xmlns:a="http://schemas.openxmlformats.org/drawingml/2006/main">
              <a:ext uri="{FF2B5EF4-FFF2-40B4-BE49-F238E27FC236}">
                <a16:creationId xmlns:a16="http://schemas.microsoft.com/office/drawing/2014/main" id="{E1A7B52A-E669-40C4-B637-3AC3B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COURSE ORIENTATION · AI GOVERNANCE</a:t>
            </a:r>
          </a:p>
        </p:txBody>
      </p:sp>
      <p:sp>
        <p:nvSpPr>
          <p:cNvPr id="2" name="gov-title">
            <a:extLst xmlns:a="http://schemas.openxmlformats.org/drawingml/2006/main">
              <a:ext uri="{FF2B5EF4-FFF2-40B4-BE49-F238E27FC236}">
                <a16:creationId xmlns:a16="http://schemas.microsoft.com/office/drawing/2014/main" id="{392EE70A-8674-40EE-BD4E-05BC895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local model can propose. It cannot certify.</a:t>
            </a:r>
          </a:p>
        </p:txBody>
      </p:sp>
      <p:sp>
        <p:nvSpPr>
          <p:cNvPr id="3" name="gov-label-0">
            <a:extLst xmlns:a="http://schemas.openxmlformats.org/drawingml/2006/main">
              <a:ext uri="{FF2B5EF4-FFF2-40B4-BE49-F238E27FC236}">
                <a16:creationId xmlns:a16="http://schemas.microsoft.com/office/drawing/2014/main" id="{B455C53A-A14C-45DE-ACC1-B49C29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4" name="gov-copy-0">
            <a:extLst xmlns:a="http://schemas.openxmlformats.org/drawingml/2006/main">
              <a:ext uri="{FF2B5EF4-FFF2-40B4-BE49-F238E27FC236}">
                <a16:creationId xmlns:a16="http://schemas.microsoft.com/office/drawing/2014/main" id="{7EC8739D-319E-40F7-A12F-97D6E0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course data on the laptop.</a:t>
            </a:r>
          </a:p>
        </p:txBody>
      </p:sp>
      <p:sp>
        <p:nvSpPr>
          <p:cNvPr id="5" name="gov-label-1">
            <a:extLst xmlns:a="http://schemas.openxmlformats.org/drawingml/2006/main">
              <a:ext uri="{FF2B5EF4-FFF2-40B4-BE49-F238E27FC236}">
                <a16:creationId xmlns:a16="http://schemas.microsoft.com/office/drawing/2014/main" id="{010F131D-993C-4719-A416-2D9EC0D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6" name="gov-copy-1">
            <a:extLst xmlns:a="http://schemas.openxmlformats.org/drawingml/2006/main">
              <a:ext uri="{FF2B5EF4-FFF2-40B4-BE49-F238E27FC236}">
                <a16:creationId xmlns:a16="http://schemas.microsoft.com/office/drawing/2014/main" id="{71DA7925-E08B-41AA-8B96-2E3F9A5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the prompt, output, and code change.</a:t>
            </a:r>
          </a:p>
        </p:txBody>
      </p:sp>
      <p:sp>
        <p:nvSpPr>
          <p:cNvPr id="7" name="gov-label-2">
            <a:extLst xmlns:a="http://schemas.openxmlformats.org/drawingml/2006/main">
              <a:ext uri="{FF2B5EF4-FFF2-40B4-BE49-F238E27FC236}">
                <a16:creationId xmlns:a16="http://schemas.microsoft.com/office/drawing/2014/main" id="{60BBF89D-0BAE-47C7-91CF-3C74C69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8" name="gov-copy-2">
            <a:extLst xmlns:a="http://schemas.openxmlformats.org/drawingml/2006/main">
              <a:ext uri="{FF2B5EF4-FFF2-40B4-BE49-F238E27FC236}">
                <a16:creationId xmlns:a16="http://schemas.microsoft.com/office/drawing/2014/main" id="{553FCC19-DC54-43CC-8EA0-CD4E1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claims against data, documentation, and the article.</a:t>
            </a:r>
          </a:p>
        </p:txBody>
      </p:sp>
      <p:sp>
        <p:nvSpPr>
          <p:cNvPr id="9" name="gov-label-3">
            <a:extLst xmlns:a="http://schemas.openxmlformats.org/drawingml/2006/main">
              <a:ext uri="{FF2B5EF4-FFF2-40B4-BE49-F238E27FC236}">
                <a16:creationId xmlns:a16="http://schemas.microsoft.com/office/drawing/2014/main" id="{8858E266-85EE-42B9-91C6-2D7431D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</p:txBody>
      </p:sp>
      <p:sp>
        <p:nvSpPr>
          <p:cNvPr id="10" name="gov-copy-3">
            <a:extLst xmlns:a="http://schemas.openxmlformats.org/drawingml/2006/main">
              <a:ext uri="{FF2B5EF4-FFF2-40B4-BE49-F238E27FC236}">
                <a16:creationId xmlns:a16="http://schemas.microsoft.com/office/drawing/2014/main" id="{B6587B51-D404-4FD3-A9A9-9698320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remain responsible for every submitted line.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BEBD59-F069-46C6-A1A1-A1A2621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6EC795-BC51-47C4-923A-BF55469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23D64-D4AC-478C-A171-E2D3CC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21023804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99825AE-B57D-40EF-9BEB-2C07956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0ADBD-034A-4572-8D5D-A19BF4B1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D · trade and dependence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A6037AF-DA6A-457A-96BD-FCFB001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ond-id-0">
            <a:extLst xmlns:a="http://schemas.openxmlformats.org/drawingml/2006/main">
              <a:ext uri="{FF2B5EF4-FFF2-40B4-BE49-F238E27FC236}">
                <a16:creationId xmlns:a16="http://schemas.microsoft.com/office/drawing/2014/main" id="{C09D4910-C392-400E-9604-015987C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second-title-0">
            <a:extLst xmlns:a="http://schemas.openxmlformats.org/drawingml/2006/main">
              <a:ext uri="{FF2B5EF4-FFF2-40B4-BE49-F238E27FC236}">
                <a16:creationId xmlns:a16="http://schemas.microsoft.com/office/drawing/2014/main" id="{D6E04CC6-A81B-4AEC-AF29-00B58AD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 ensembles</a:t>
            </a:r>
          </a:p>
        </p:txBody>
      </p:sp>
      <p:sp>
        <p:nvSpPr>
          <p:cNvPr id="6" name="second-hook-0">
            <a:extLst xmlns:a="http://schemas.openxmlformats.org/drawingml/2006/main">
              <a:ext uri="{FF2B5EF4-FFF2-40B4-BE49-F238E27FC236}">
                <a16:creationId xmlns:a16="http://schemas.microsoft.com/office/drawing/2014/main" id="{EA088B53-5520-44DF-B58D-7F7D267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09F0B86F-F4D8-433A-92FF-37D738A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ond-id-1">
            <a:extLst xmlns:a="http://schemas.openxmlformats.org/drawingml/2006/main">
              <a:ext uri="{FF2B5EF4-FFF2-40B4-BE49-F238E27FC236}">
                <a16:creationId xmlns:a16="http://schemas.microsoft.com/office/drawing/2014/main" id="{957A8760-6CCE-48A5-B3EA-4636A68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9" name="second-title-1">
            <a:extLst xmlns:a="http://schemas.openxmlformats.org/drawingml/2006/main">
              <a:ext uri="{FF2B5EF4-FFF2-40B4-BE49-F238E27FC236}">
                <a16:creationId xmlns:a16="http://schemas.microsoft.com/office/drawing/2014/main" id="{D5F4547E-BFB1-49F0-91A9-580323C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 &amp; factors</a:t>
            </a:r>
          </a:p>
        </p:txBody>
      </p:sp>
      <p:sp>
        <p:nvSpPr>
          <p:cNvPr id="10" name="second-hook-1">
            <a:extLst xmlns:a="http://schemas.openxmlformats.org/drawingml/2006/main">
              <a:ext uri="{FF2B5EF4-FFF2-40B4-BE49-F238E27FC236}">
                <a16:creationId xmlns:a16="http://schemas.microsoft.com/office/drawing/2014/main" id="{890614A3-BB65-4CF2-B690-508AE02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20D3D3EC-3A84-4A60-ABEB-B25E4BE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id-2">
            <a:extLst xmlns:a="http://schemas.openxmlformats.org/drawingml/2006/main">
              <a:ext uri="{FF2B5EF4-FFF2-40B4-BE49-F238E27FC236}">
                <a16:creationId xmlns:a16="http://schemas.microsoft.com/office/drawing/2014/main" id="{A1FF5D65-BF22-4317-AD7C-C92C7429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13" name="second-title-2">
            <a:extLst xmlns:a="http://schemas.openxmlformats.org/drawingml/2006/main">
              <a:ext uri="{FF2B5EF4-FFF2-40B4-BE49-F238E27FC236}">
                <a16:creationId xmlns:a16="http://schemas.microsoft.com/office/drawing/2014/main" id="{1C475F3A-369E-4CE4-B248-A220891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 &amp; text</a:t>
            </a:r>
          </a:p>
        </p:txBody>
      </p:sp>
      <p:sp>
        <p:nvSpPr>
          <p:cNvPr id="14" name="second-hook-2">
            <a:extLst xmlns:a="http://schemas.openxmlformats.org/drawingml/2006/main">
              <a:ext uri="{FF2B5EF4-FFF2-40B4-BE49-F238E27FC236}">
                <a16:creationId xmlns:a16="http://schemas.microsoft.com/office/drawing/2014/main" id="{3D4D8022-4132-473C-B5B2-FBB3B1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BB0F8875-21E3-4C81-83CC-6D2F2F6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ond-id-3">
            <a:extLst xmlns:a="http://schemas.openxmlformats.org/drawingml/2006/main">
              <a:ext uri="{FF2B5EF4-FFF2-40B4-BE49-F238E27FC236}">
                <a16:creationId xmlns:a16="http://schemas.microsoft.com/office/drawing/2014/main" id="{A5270C63-E5D6-43B0-B460-9E786FE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7" name="second-title-3">
            <a:extLst xmlns:a="http://schemas.openxmlformats.org/drawingml/2006/main">
              <a:ext uri="{FF2B5EF4-FFF2-40B4-BE49-F238E27FC236}">
                <a16:creationId xmlns:a16="http://schemas.microsoft.com/office/drawing/2014/main" id="{93EB5999-6106-4B4F-B635-52DC292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ML</a:t>
            </a:r>
          </a:p>
        </p:txBody>
      </p:sp>
      <p:sp>
        <p:nvSpPr>
          <p:cNvPr id="18" name="second-hook-3">
            <a:extLst xmlns:a="http://schemas.openxmlformats.org/drawingml/2006/main">
              <a:ext uri="{FF2B5EF4-FFF2-40B4-BE49-F238E27FC236}">
                <a16:creationId xmlns:a16="http://schemas.microsoft.com/office/drawing/2014/main" id="{0A0B8361-9F5F-475F-A334-45E08C2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3FD321D8-2F3B-4B68-A04C-03C69DB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ond-id-4">
            <a:extLst xmlns:a="http://schemas.openxmlformats.org/drawingml/2006/main">
              <a:ext uri="{FF2B5EF4-FFF2-40B4-BE49-F238E27FC236}">
                <a16:creationId xmlns:a16="http://schemas.microsoft.com/office/drawing/2014/main" id="{55B18403-1AA9-40F6-AD65-07CC9B3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1" name="second-title-4">
            <a:extLst xmlns:a="http://schemas.openxmlformats.org/drawingml/2006/main">
              <a:ext uri="{FF2B5EF4-FFF2-40B4-BE49-F238E27FC236}">
                <a16:creationId xmlns:a16="http://schemas.microsoft.com/office/drawing/2014/main" id="{31A246F3-D223-4611-B3EB-1428F12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 &amp; governance</a:t>
            </a:r>
          </a:p>
        </p:txBody>
      </p:sp>
      <p:sp>
        <p:nvSpPr>
          <p:cNvPr id="22" name="second-hook-4">
            <a:extLst xmlns:a="http://schemas.openxmlformats.org/drawingml/2006/main">
              <a:ext uri="{FF2B5EF4-FFF2-40B4-BE49-F238E27FC236}">
                <a16:creationId xmlns:a16="http://schemas.microsoft.com/office/drawing/2014/main" id="{BAB40B84-3E10-4727-8545-9204BD4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A7882679-6CD7-4E59-99C3-04F4A68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ond-id-5">
            <a:extLst xmlns:a="http://schemas.openxmlformats.org/drawingml/2006/main">
              <a:ext uri="{FF2B5EF4-FFF2-40B4-BE49-F238E27FC236}">
                <a16:creationId xmlns:a16="http://schemas.microsoft.com/office/drawing/2014/main" id="{C83E22A2-5D08-4AC3-B65A-FCF200B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5" name="second-title-5">
            <a:extLst xmlns:a="http://schemas.openxmlformats.org/drawingml/2006/main">
              <a:ext uri="{FF2B5EF4-FFF2-40B4-BE49-F238E27FC236}">
                <a16:creationId xmlns:a16="http://schemas.microsoft.com/office/drawing/2014/main" id="{3645C926-9CA8-4C87-AAC8-837215A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Presentation &amp; defence</a:t>
            </a:r>
          </a:p>
        </p:txBody>
      </p:sp>
      <p:sp>
        <p:nvSpPr>
          <p:cNvPr id="26" name="second-hook-5">
            <a:extLst xmlns:a="http://schemas.openxmlformats.org/drawingml/2006/main">
              <a:ext uri="{FF2B5EF4-FFF2-40B4-BE49-F238E27FC236}">
                <a16:creationId xmlns:a16="http://schemas.microsoft.com/office/drawing/2014/main" id="{1B69A87D-E673-420D-BD5C-A2182A3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C7A665B-4DAB-48E7-A7A1-4483E66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51FF82-17D8-4E4F-8633-77C60CC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4ED46E2-204C-4C9A-A8AB-D4F5F3D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9753990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8739E4F-EE6C-44C0-8A3C-A10230F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20E4E-28FC-449D-AF08-A2890D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E · policy language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B961CA-422C-452C-80B6-5A73B75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workflow-edge-0"/>
          <p:cNvCxnSpPr/>
          <p:nvPr/>
        </p:nvCxnSpPr>
        <p:spPr>
          <a:xfrm xmlns:a="http://schemas.openxmlformats.org/drawingml/2006/main">
            <a:off x="301942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0" name="workflow-edge-1"/>
          <p:cNvCxnSpPr/>
          <p:nvPr/>
        </p:nvCxnSpPr>
        <p:spPr>
          <a:xfrm xmlns:a="http://schemas.openxmlformats.org/drawingml/2006/main">
            <a:off x="5924550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1" name="workflow-edge-2"/>
          <p:cNvCxnSpPr/>
          <p:nvPr/>
        </p:nvCxnSpPr>
        <p:spPr>
          <a:xfrm xmlns:a="http://schemas.openxmlformats.org/drawingml/2006/main">
            <a:off x="882967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4192C16-0C64-456A-82D6-D6EA916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4FD15B-C2DC-4BCD-890C-242CE0E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D5E7047-C66B-428B-B6EB-FB9E428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886C4-70F0-435B-9363-8546F4C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4AB886B-E7A8-4C5E-A464-DADDA1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7160B55-4B17-49DB-9D3C-2BDBB99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A3E485D-C706-4C8A-B1C6-705F918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ECE2BDD2-0FE1-41FD-9834-688A11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</a:t>
            </a:r>
          </a:p>
        </p:txBody>
      </p:sp>
      <p:sp>
        <p:nvSpPr>
          <p:cNvPr id="15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09E1A45A-065A-4A0B-A149-F9CDB7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BEFORE CLASS</a:t>
            </a:r>
          </a:p>
        </p:txBody>
      </p:sp>
      <p:sp>
        <p:nvSpPr>
          <p:cNvPr id="16" name="cadence-copy-0">
            <a:extLst xmlns:a="http://schemas.openxmlformats.org/drawingml/2006/main">
              <a:ext uri="{FF2B5EF4-FFF2-40B4-BE49-F238E27FC236}">
                <a16:creationId xmlns:a16="http://schemas.microsoft.com/office/drawing/2014/main" id="{EC1DE7CD-A618-41C6-BED3-581F50F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assigned academic article; download its Dataverse package.</a:t>
            </a:r>
          </a:p>
        </p:txBody>
      </p:sp>
      <p:sp>
        <p:nvSpPr>
          <p:cNvPr id="17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BB335062-8077-4811-9097-576AF08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 CLASS</a:t>
            </a:r>
          </a:p>
        </p:txBody>
      </p:sp>
      <p:sp>
        <p:nvSpPr>
          <p:cNvPr id="18" name="cadence-copy-1">
            <a:extLst xmlns:a="http://schemas.openxmlformats.org/drawingml/2006/main">
              <a:ext uri="{FF2B5EF4-FFF2-40B4-BE49-F238E27FC236}">
                <a16:creationId xmlns:a16="http://schemas.microsoft.com/office/drawing/2014/main" id="{67C3F7D5-0747-4349-82B2-8FB4CE1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and mathematics, then reproduce one published result in groups.</a:t>
            </a:r>
          </a:p>
        </p:txBody>
      </p:sp>
      <p:sp>
        <p:nvSpPr>
          <p:cNvPr id="19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7E0D2DBB-B30A-41EA-A1B3-5F5910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AFTER CLASS</a:t>
            </a:r>
          </a:p>
        </p:txBody>
      </p:sp>
      <p:sp>
        <p:nvSpPr>
          <p:cNvPr id="20" name="cadence-copy-2">
            <a:extLst xmlns:a="http://schemas.openxmlformats.org/drawingml/2006/main">
              <a:ext uri="{FF2B5EF4-FFF2-40B4-BE49-F238E27FC236}">
                <a16:creationId xmlns:a16="http://schemas.microsoft.com/office/drawing/2014/main" id="{E02CF6EA-31DB-446F-9EE5-03B2CE1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 a short app-based knowledge check if you want participation practice.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856CF8-C127-4FAD-A56B-8A3F7B8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278B0A-31DF-49A8-85C1-7164A7D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4F7659-2D44-4F30-9462-4C2173D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7109549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57131CE-2874-4208-BA99-9932BD9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B58B-43D6-4E5B-9C80-C8CDEC5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1–3 · foundation to inference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73E8670-48B6-42A6-B1EF-C1B4B7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al-item-0">
            <a:extLst xmlns:a="http://schemas.openxmlformats.org/drawingml/2006/main">
              <a:ext uri="{FF2B5EF4-FFF2-40B4-BE49-F238E27FC236}">
                <a16:creationId xmlns:a16="http://schemas.microsoft.com/office/drawing/2014/main" id="{D7513296-59EA-464C-B8E7-06AFF1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5" name="eval-desc-0">
            <a:extLst xmlns:a="http://schemas.openxmlformats.org/drawingml/2006/main">
              <a:ext uri="{FF2B5EF4-FFF2-40B4-BE49-F238E27FC236}">
                <a16:creationId xmlns:a16="http://schemas.microsoft.com/office/drawing/2014/main" id="{7291538B-938C-40AB-997F-6D2C0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labs + engaged course work</a:t>
            </a:r>
          </a:p>
        </p:txBody>
      </p:sp>
      <p:sp>
        <p:nvSpPr>
          <p:cNvPr id="6" name="eval-weight-0">
            <a:extLst xmlns:a="http://schemas.openxmlformats.org/drawingml/2006/main">
              <a:ext uri="{FF2B5EF4-FFF2-40B4-BE49-F238E27FC236}">
                <a16:creationId xmlns:a16="http://schemas.microsoft.com/office/drawing/2014/main" id="{4283C2A0-41DB-4E76-A16A-1E8C97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7" name="rule-48-240">
            <a:extLst xmlns:a="http://schemas.openxmlformats.org/drawingml/2006/main">
              <a:ext uri="{FF2B5EF4-FFF2-40B4-BE49-F238E27FC236}">
                <a16:creationId xmlns:a16="http://schemas.microsoft.com/office/drawing/2014/main" id="{97D7ACD9-9012-499F-AECB-BD2643E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item-1">
            <a:extLst xmlns:a="http://schemas.openxmlformats.org/drawingml/2006/main">
              <a:ext uri="{FF2B5EF4-FFF2-40B4-BE49-F238E27FC236}">
                <a16:creationId xmlns:a16="http://schemas.microsoft.com/office/drawing/2014/main" id="{5E907DB7-6F93-4AB9-AD38-231B0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Midterm</a:t>
            </a:r>
          </a:p>
        </p:txBody>
      </p:sp>
      <p:sp>
        <p:nvSpPr>
          <p:cNvPr id="9" name="eval-desc-1">
            <a:extLst xmlns:a="http://schemas.openxmlformats.org/drawingml/2006/main">
              <a:ext uri="{FF2B5EF4-FFF2-40B4-BE49-F238E27FC236}">
                <a16:creationId xmlns:a16="http://schemas.microsoft.com/office/drawing/2014/main" id="{11617143-7C2E-49C8-975A-9ABF3DA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Individual quantitative reasoning</a:t>
            </a:r>
          </a:p>
        </p:txBody>
      </p:sp>
      <p:sp>
        <p:nvSpPr>
          <p:cNvPr id="10" name="eval-weight-1">
            <a:extLst xmlns:a="http://schemas.openxmlformats.org/drawingml/2006/main">
              <a:ext uri="{FF2B5EF4-FFF2-40B4-BE49-F238E27FC236}">
                <a16:creationId xmlns:a16="http://schemas.microsoft.com/office/drawing/2014/main" id="{0165EB59-6523-4F45-99FA-8B97BE3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1" name="rule-48-340">
            <a:extLst xmlns:a="http://schemas.openxmlformats.org/drawingml/2006/main">
              <a:ext uri="{FF2B5EF4-FFF2-40B4-BE49-F238E27FC236}">
                <a16:creationId xmlns:a16="http://schemas.microsoft.com/office/drawing/2014/main" id="{D34395B6-925B-45F2-9A35-359DF1F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al-item-2">
            <a:extLst xmlns:a="http://schemas.openxmlformats.org/drawingml/2006/main">
              <a:ext uri="{FF2B5EF4-FFF2-40B4-BE49-F238E27FC236}">
                <a16:creationId xmlns:a16="http://schemas.microsoft.com/office/drawing/2014/main" id="{370A6639-A794-486A-8BDD-2E2DE77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Team work</a:t>
            </a:r>
          </a:p>
        </p:txBody>
      </p:sp>
      <p:sp>
        <p:nvSpPr>
          <p:cNvPr id="13" name="eval-desc-2">
            <a:extLst xmlns:a="http://schemas.openxmlformats.org/drawingml/2006/main">
              <a:ext uri="{FF2B5EF4-FFF2-40B4-BE49-F238E27FC236}">
                <a16:creationId xmlns:a16="http://schemas.microsoft.com/office/drawing/2014/main" id="{AC7F9F72-9160-4B45-BED5-627809F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Collaborative analysis and communication</a:t>
            </a:r>
          </a:p>
        </p:txBody>
      </p:sp>
      <p:sp>
        <p:nvSpPr>
          <p:cNvPr id="14" name="eval-weight-2">
            <a:extLst xmlns:a="http://schemas.openxmlformats.org/drawingml/2006/main">
              <a:ext uri="{FF2B5EF4-FFF2-40B4-BE49-F238E27FC236}">
                <a16:creationId xmlns:a16="http://schemas.microsoft.com/office/drawing/2014/main" id="{D9B73E19-D682-41AA-9BE3-3045C4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rule-48-440">
            <a:extLst xmlns:a="http://schemas.openxmlformats.org/drawingml/2006/main">
              <a:ext uri="{FF2B5EF4-FFF2-40B4-BE49-F238E27FC236}">
                <a16:creationId xmlns:a16="http://schemas.microsoft.com/office/drawing/2014/main" id="{05758D99-0664-4230-A74F-880A19F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item-3">
            <a:extLst xmlns:a="http://schemas.openxmlformats.org/drawingml/2006/main">
              <a:ext uri="{FF2B5EF4-FFF2-40B4-BE49-F238E27FC236}">
                <a16:creationId xmlns:a16="http://schemas.microsoft.com/office/drawing/2014/main" id="{792C29AB-D8BF-40A8-83AF-9A6532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 exam</a:t>
            </a:r>
          </a:p>
        </p:txBody>
      </p:sp>
      <p:sp>
        <p:nvSpPr>
          <p:cNvPr id="17" name="eval-desc-3">
            <a:extLst xmlns:a="http://schemas.openxmlformats.org/drawingml/2006/main">
              <a:ext uri="{FF2B5EF4-FFF2-40B4-BE49-F238E27FC236}">
                <a16:creationId xmlns:a16="http://schemas.microsoft.com/office/drawing/2014/main" id="{D8246950-4549-4815-BCB5-F452C85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paper 25% + oral defence 15%</a:t>
            </a:r>
          </a:p>
        </p:txBody>
      </p:sp>
      <p:sp>
        <p:nvSpPr>
          <p:cNvPr id="18" name="eval-weight-3">
            <a:extLst xmlns:a="http://schemas.openxmlformats.org/drawingml/2006/main">
              <a:ext uri="{FF2B5EF4-FFF2-40B4-BE49-F238E27FC236}">
                <a16:creationId xmlns:a16="http://schemas.microsoft.com/office/drawing/2014/main" id="{F18654EE-11CE-4FD9-83D9-1BA4A2A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rule-48-540">
            <a:extLst xmlns:a="http://schemas.openxmlformats.org/drawingml/2006/main">
              <a:ext uri="{FF2B5EF4-FFF2-40B4-BE49-F238E27FC236}">
                <a16:creationId xmlns:a16="http://schemas.microsoft.com/office/drawing/2014/main" id="{9422EE98-5863-4C8F-8448-6293644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total">
            <a:extLst xmlns:a="http://schemas.openxmlformats.org/drawingml/2006/main">
              <a:ext uri="{FF2B5EF4-FFF2-40B4-BE49-F238E27FC236}">
                <a16:creationId xmlns:a16="http://schemas.microsoft.com/office/drawing/2014/main" id="{5B22D001-FF60-4760-9044-59FDD32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TOTAL · 100%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25DCAA-CCD0-4AE7-9437-B8B2D3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ED0E1C-E12E-4C90-9BF9-5666500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71E493-A7A3-4189-BEF7-7FD195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9367924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4–6 · evaluation to decisions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777D7AE8-C4A1-4AFD-88B6-D2C0B4D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BB65D-EEE0-4CFD-95D9-C4EC73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7–9 · flexible and unsupervised models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363EFF-E99A-4E00-BCCC-8644948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lead">
            <a:extLst xmlns:a="http://schemas.openxmlformats.org/drawingml/2006/main">
              <a:ext uri="{FF2B5EF4-FFF2-40B4-BE49-F238E27FC236}">
                <a16:creationId xmlns:a16="http://schemas.microsoft.com/office/drawing/2014/main" id="{6D5E7E5E-7E22-4DF9-9D7F-0587266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The course connects classroom analysis with collaborative work involving students from SDAfrique.</a:t>
            </a:r>
          </a:p>
        </p:txBody>
      </p:sp>
      <p:sp>
        <p:nvSpPr>
          <p:cNvPr id="5" name="team-bg-0">
            <a:extLst xmlns:a="http://schemas.openxmlformats.org/drawingml/2006/main">
              <a:ext uri="{FF2B5EF4-FFF2-40B4-BE49-F238E27FC236}">
                <a16:creationId xmlns:a16="http://schemas.microsoft.com/office/drawing/2014/main" id="{69F56642-269E-4540-993A-E1B2D8E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35FB53E-FF53-4C6C-BB53-6F747B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team-copy-0">
            <a:extLst xmlns:a="http://schemas.openxmlformats.org/drawingml/2006/main">
              <a:ext uri="{FF2B5EF4-FFF2-40B4-BE49-F238E27FC236}">
                <a16:creationId xmlns:a16="http://schemas.microsoft.com/office/drawing/2014/main" id="{956261C2-D26F-4713-B690-5F810B4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Runs code and narrates each decision.</a:t>
            </a:r>
          </a:p>
        </p:txBody>
      </p:sp>
      <p:sp>
        <p:nvSpPr>
          <p:cNvPr id="8" name="team-bg-1">
            <a:extLst xmlns:a="http://schemas.openxmlformats.org/drawingml/2006/main">
              <a:ext uri="{FF2B5EF4-FFF2-40B4-BE49-F238E27FC236}">
                <a16:creationId xmlns:a16="http://schemas.microsoft.com/office/drawing/2014/main" id="{4D03465D-F53D-487C-A829-16CF579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team-role-1">
            <a:extLst xmlns:a="http://schemas.openxmlformats.org/drawingml/2006/main">
              <a:ext uri="{FF2B5EF4-FFF2-40B4-BE49-F238E27FC236}">
                <a16:creationId xmlns:a16="http://schemas.microsoft.com/office/drawing/2014/main" id="{F4A6E48B-863B-4AA8-B368-0A7B5AD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CHECKER</a:t>
            </a:r>
          </a:p>
        </p:txBody>
      </p:sp>
      <p:sp>
        <p:nvSpPr>
          <p:cNvPr id="10" name="team-copy-1">
            <a:extLst xmlns:a="http://schemas.openxmlformats.org/drawingml/2006/main">
              <a:ext uri="{FF2B5EF4-FFF2-40B4-BE49-F238E27FC236}">
                <a16:creationId xmlns:a16="http://schemas.microsoft.com/office/drawing/2014/main" id="{36D29A3A-80CF-4B7E-95D6-8FDADA6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Verifies data, output, and assumptions.</a:t>
            </a:r>
          </a:p>
        </p:txBody>
      </p:sp>
      <p:sp>
        <p:nvSpPr>
          <p:cNvPr id="11" name="team-bg-2">
            <a:extLst xmlns:a="http://schemas.openxmlformats.org/drawingml/2006/main">
              <a:ext uri="{FF2B5EF4-FFF2-40B4-BE49-F238E27FC236}">
                <a16:creationId xmlns:a16="http://schemas.microsoft.com/office/drawing/2014/main" id="{9D68901D-87D0-4D1C-9404-3D40D1A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eam-role-2">
            <a:extLst xmlns:a="http://schemas.openxmlformats.org/drawingml/2006/main">
              <a:ext uri="{FF2B5EF4-FFF2-40B4-BE49-F238E27FC236}">
                <a16:creationId xmlns:a16="http://schemas.microsoft.com/office/drawing/2014/main" id="{62A00B7C-148B-4F8B-92A4-4D1A56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NARRATOR</a:t>
            </a:r>
          </a:p>
        </p:txBody>
      </p:sp>
      <p:sp>
        <p:nvSpPr>
          <p:cNvPr id="13" name="team-copy-2">
            <a:extLst xmlns:a="http://schemas.openxmlformats.org/drawingml/2006/main">
              <a:ext uri="{FF2B5EF4-FFF2-40B4-BE49-F238E27FC236}">
                <a16:creationId xmlns:a16="http://schemas.microsoft.com/office/drawing/2014/main" id="{05A45DFB-5DCD-4E40-9FEB-950C5F0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Builds the one-slide explanation.</a:t>
            </a:r>
          </a:p>
        </p:txBody>
      </p:sp>
      <p:sp>
        <p:nvSpPr>
          <p:cNvPr id="14" name="team-result">
            <a:extLst xmlns:a="http://schemas.openxmlformats.org/drawingml/2006/main">
              <a:ext uri="{FF2B5EF4-FFF2-40B4-BE49-F238E27FC236}">
                <a16:creationId xmlns:a16="http://schemas.microsoft.com/office/drawing/2014/main" id="{2AFFEFAD-34A9-4CDA-A853-A47EE93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At minute 70: one slide · two minutes · presenter chosen at random.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2BA0E9-548F-44A6-8DFC-1B88A81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B6C92-CB5E-4630-809F-1036E8E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771258-B6E5-4FC0-87B6-C2185CB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11335813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10–12 · effects to governance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causal effects with flexible nuisance models, monitor forecasts under drift, and defend a…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decision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Y, X, and timing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Observed outcome = signal + noise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31" name="media-matte-conditional_mean.png">
            <a:extLst xmlns:a="http://schemas.openxmlformats.org/drawingml/2006/main">
              <a:ext uri="{FF2B5EF4-FFF2-40B4-BE49-F238E27FC236}">
                <a16:creationId xmlns:a16="http://schemas.microsoft.com/office/drawing/2014/main" id="{E0AC2507-D04F-4451-9FF6-09D1DD5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c18b047f94894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v-kicker">
            <a:extLst xmlns:a="http://schemas.openxmlformats.org/drawingml/2006/main">
              <a:ext uri="{FF2B5EF4-FFF2-40B4-BE49-F238E27FC236}">
                <a16:creationId xmlns:a16="http://schemas.microsoft.com/office/drawing/2014/main" id="{E1A7B52A-E669-40C4-B637-3AC3B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COURSE ORIENTATION · AI GOVERNANCE</a:t>
            </a:r>
          </a:p>
        </p:txBody>
      </p:sp>
      <p:sp>
        <p:nvSpPr>
          <p:cNvPr id="2" name="gov-title">
            <a:extLst xmlns:a="http://schemas.openxmlformats.org/drawingml/2006/main">
              <a:ext uri="{FF2B5EF4-FFF2-40B4-BE49-F238E27FC236}">
                <a16:creationId xmlns:a16="http://schemas.microsoft.com/office/drawing/2014/main" id="{392EE70A-8674-40EE-BD4E-05BC895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local model can propose. It cannot certify.</a:t>
            </a:r>
          </a:p>
        </p:txBody>
      </p:sp>
      <p:sp>
        <p:nvSpPr>
          <p:cNvPr id="3" name="gov-label-0">
            <a:extLst xmlns:a="http://schemas.openxmlformats.org/drawingml/2006/main">
              <a:ext uri="{FF2B5EF4-FFF2-40B4-BE49-F238E27FC236}">
                <a16:creationId xmlns:a16="http://schemas.microsoft.com/office/drawing/2014/main" id="{B455C53A-A14C-45DE-ACC1-B49C29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4" name="gov-copy-0">
            <a:extLst xmlns:a="http://schemas.openxmlformats.org/drawingml/2006/main">
              <a:ext uri="{FF2B5EF4-FFF2-40B4-BE49-F238E27FC236}">
                <a16:creationId xmlns:a16="http://schemas.microsoft.com/office/drawing/2014/main" id="{7EC8739D-319E-40F7-A12F-97D6E0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course data on the laptop.</a:t>
            </a:r>
          </a:p>
        </p:txBody>
      </p:sp>
      <p:sp>
        <p:nvSpPr>
          <p:cNvPr id="5" name="gov-label-1">
            <a:extLst xmlns:a="http://schemas.openxmlformats.org/drawingml/2006/main">
              <a:ext uri="{FF2B5EF4-FFF2-40B4-BE49-F238E27FC236}">
                <a16:creationId xmlns:a16="http://schemas.microsoft.com/office/drawing/2014/main" id="{010F131D-993C-4719-A416-2D9EC0D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6" name="gov-copy-1">
            <a:extLst xmlns:a="http://schemas.openxmlformats.org/drawingml/2006/main">
              <a:ext uri="{FF2B5EF4-FFF2-40B4-BE49-F238E27FC236}">
                <a16:creationId xmlns:a16="http://schemas.microsoft.com/office/drawing/2014/main" id="{71DA7925-E08B-41AA-8B96-2E3F9A5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the prompt, output, and code change.</a:t>
            </a:r>
          </a:p>
        </p:txBody>
      </p:sp>
      <p:sp>
        <p:nvSpPr>
          <p:cNvPr id="7" name="gov-label-2">
            <a:extLst xmlns:a="http://schemas.openxmlformats.org/drawingml/2006/main">
              <a:ext uri="{FF2B5EF4-FFF2-40B4-BE49-F238E27FC236}">
                <a16:creationId xmlns:a16="http://schemas.microsoft.com/office/drawing/2014/main" id="{60BBF89D-0BAE-47C7-91CF-3C74C69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8" name="gov-copy-2">
            <a:extLst xmlns:a="http://schemas.openxmlformats.org/drawingml/2006/main">
              <a:ext uri="{FF2B5EF4-FFF2-40B4-BE49-F238E27FC236}">
                <a16:creationId xmlns:a16="http://schemas.microsoft.com/office/drawing/2014/main" id="{553FCC19-DC54-43CC-8EA0-CD4E1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claims against data, documentation, and the article.</a:t>
            </a:r>
          </a:p>
        </p:txBody>
      </p:sp>
      <p:sp>
        <p:nvSpPr>
          <p:cNvPr id="9" name="gov-label-3">
            <a:extLst xmlns:a="http://schemas.openxmlformats.org/drawingml/2006/main">
              <a:ext uri="{FF2B5EF4-FFF2-40B4-BE49-F238E27FC236}">
                <a16:creationId xmlns:a16="http://schemas.microsoft.com/office/drawing/2014/main" id="{8858E266-85EE-42B9-91C6-2D7431D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</p:txBody>
      </p:sp>
      <p:sp>
        <p:nvSpPr>
          <p:cNvPr id="10" name="gov-copy-3">
            <a:extLst xmlns:a="http://schemas.openxmlformats.org/drawingml/2006/main">
              <a:ext uri="{FF2B5EF4-FFF2-40B4-BE49-F238E27FC236}">
                <a16:creationId xmlns:a16="http://schemas.microsoft.com/office/drawing/2014/main" id="{B6587B51-D404-4FD3-A9A9-9698320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remain responsible for every submitted line.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BEBD59-F069-46C6-A1A1-A1A2621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6EC795-BC51-47C4-923A-BF55469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23D64-D4AC-478C-A171-E2D3CC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21023804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8739E4F-EE6C-44C0-8A3C-A10230F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20E4E-28FC-449D-AF08-A2890D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Some error is irreducible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B961CA-422C-452C-80B6-5A73B75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workflow-edge-0"/>
          <p:cNvCxnSpPr/>
          <p:nvPr/>
        </p:nvCxnSpPr>
        <p:spPr>
          <a:xfrm xmlns:a="http://schemas.openxmlformats.org/drawingml/2006/main">
            <a:off x="301942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0" name="workflow-edge-1"/>
          <p:cNvCxnSpPr/>
          <p:nvPr/>
        </p:nvCxnSpPr>
        <p:spPr>
          <a:xfrm xmlns:a="http://schemas.openxmlformats.org/drawingml/2006/main">
            <a:off x="5924550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1" name="workflow-edge-2"/>
          <p:cNvCxnSpPr/>
          <p:nvPr/>
        </p:nvCxnSpPr>
        <p:spPr>
          <a:xfrm xmlns:a="http://schemas.openxmlformats.org/drawingml/2006/main">
            <a:off x="8829675" y="302895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4192C16-0C64-456A-82D6-D6EA916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4FD15B-C2DC-4BCD-890C-242CE0E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Pre-session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D5E7047-C66B-428B-B6EB-FB9E428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886C4-70F0-435B-9363-8546F4C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4AB886B-E7A8-4C5E-A464-DADDA1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7160B55-4B17-49DB-9D3C-2BDBB99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90-min practice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A3E485D-C706-4C8A-B1C6-705F918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5622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ECE2BDD2-0FE1-41FD-9834-688A11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23717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</a:t>
            </a:r>
          </a:p>
        </p:txBody>
      </p:sp>
      <p:sp>
        <p:nvSpPr>
          <p:cNvPr id="15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09E1A45A-065A-4A0B-A149-F9CDB7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BEFORE CLASS</a:t>
            </a:r>
          </a:p>
        </p:txBody>
      </p:sp>
      <p:sp>
        <p:nvSpPr>
          <p:cNvPr id="16" name="cadence-copy-0">
            <a:extLst xmlns:a="http://schemas.openxmlformats.org/drawingml/2006/main">
              <a:ext uri="{FF2B5EF4-FFF2-40B4-BE49-F238E27FC236}">
                <a16:creationId xmlns:a16="http://schemas.microsoft.com/office/drawing/2014/main" id="{EC1DE7CD-A618-41C6-BED3-581F50F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assigned academic article; download its Dataverse package.</a:t>
            </a:r>
          </a:p>
        </p:txBody>
      </p:sp>
      <p:sp>
        <p:nvSpPr>
          <p:cNvPr id="17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BB335062-8077-4811-9097-576AF08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 CLASS</a:t>
            </a:r>
          </a:p>
        </p:txBody>
      </p:sp>
      <p:sp>
        <p:nvSpPr>
          <p:cNvPr id="18" name="cadence-copy-1">
            <a:extLst xmlns:a="http://schemas.openxmlformats.org/drawingml/2006/main">
              <a:ext uri="{FF2B5EF4-FFF2-40B4-BE49-F238E27FC236}">
                <a16:creationId xmlns:a16="http://schemas.microsoft.com/office/drawing/2014/main" id="{67C3F7D5-0747-4349-82B2-8FB4CE18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and mathematics, then reproduce one published result in groups.</a:t>
            </a:r>
          </a:p>
        </p:txBody>
      </p:sp>
      <p:sp>
        <p:nvSpPr>
          <p:cNvPr id="19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7E0D2DBB-B30A-41EA-A1B3-5F5910D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AFTER CLASS</a:t>
            </a:r>
          </a:p>
        </p:txBody>
      </p:sp>
      <p:sp>
        <p:nvSpPr>
          <p:cNvPr id="20" name="cadence-copy-2">
            <a:extLst xmlns:a="http://schemas.openxmlformats.org/drawingml/2006/main">
              <a:ext uri="{FF2B5EF4-FFF2-40B4-BE49-F238E27FC236}">
                <a16:creationId xmlns:a16="http://schemas.microsoft.com/office/drawing/2014/main" id="{E02CF6EA-31DB-446F-9EE5-03B2CE1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 a short app-based knowledge check if you want participation practice.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856CF8-C127-4FAD-A56B-8A3F7B8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278B0A-31DF-49A8-85C1-7164A7D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4F7659-2D44-4F30-9462-4C2173D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7109549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57131CE-2874-4208-BA99-9932BD9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B58B-43D6-4E5B-9C80-C8CDEC5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Prediction, explanation, and causation differ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73E8670-48B6-42A6-B1EF-C1B4B7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al-item-0">
            <a:extLst xmlns:a="http://schemas.openxmlformats.org/drawingml/2006/main">
              <a:ext uri="{FF2B5EF4-FFF2-40B4-BE49-F238E27FC236}">
                <a16:creationId xmlns:a16="http://schemas.microsoft.com/office/drawing/2014/main" id="{D7513296-59EA-464C-B8E7-06AFF1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5" name="eval-desc-0">
            <a:extLst xmlns:a="http://schemas.openxmlformats.org/drawingml/2006/main">
              <a:ext uri="{FF2B5EF4-FFF2-40B4-BE49-F238E27FC236}">
                <a16:creationId xmlns:a16="http://schemas.microsoft.com/office/drawing/2014/main" id="{7291538B-938C-40AB-997F-6D2C0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labs + engaged course work</a:t>
            </a:r>
          </a:p>
        </p:txBody>
      </p:sp>
      <p:sp>
        <p:nvSpPr>
          <p:cNvPr id="6" name="eval-weight-0">
            <a:extLst xmlns:a="http://schemas.openxmlformats.org/drawingml/2006/main">
              <a:ext uri="{FF2B5EF4-FFF2-40B4-BE49-F238E27FC236}">
                <a16:creationId xmlns:a16="http://schemas.microsoft.com/office/drawing/2014/main" id="{4283C2A0-41DB-4E76-A16A-1E8C97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7" name="rule-48-240">
            <a:extLst xmlns:a="http://schemas.openxmlformats.org/drawingml/2006/main">
              <a:ext uri="{FF2B5EF4-FFF2-40B4-BE49-F238E27FC236}">
                <a16:creationId xmlns:a16="http://schemas.microsoft.com/office/drawing/2014/main" id="{97D7ACD9-9012-499F-AECB-BD2643E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item-1">
            <a:extLst xmlns:a="http://schemas.openxmlformats.org/drawingml/2006/main">
              <a:ext uri="{FF2B5EF4-FFF2-40B4-BE49-F238E27FC236}">
                <a16:creationId xmlns:a16="http://schemas.microsoft.com/office/drawing/2014/main" id="{5E907DB7-6F93-4AB9-AD38-231B079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Midterm</a:t>
            </a:r>
          </a:p>
        </p:txBody>
      </p:sp>
      <p:sp>
        <p:nvSpPr>
          <p:cNvPr id="9" name="eval-desc-1">
            <a:extLst xmlns:a="http://schemas.openxmlformats.org/drawingml/2006/main">
              <a:ext uri="{FF2B5EF4-FFF2-40B4-BE49-F238E27FC236}">
                <a16:creationId xmlns:a16="http://schemas.microsoft.com/office/drawing/2014/main" id="{11617143-7C2E-49C8-975A-9ABF3DA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Individual quantitative reasoning</a:t>
            </a:r>
          </a:p>
        </p:txBody>
      </p:sp>
      <p:sp>
        <p:nvSpPr>
          <p:cNvPr id="10" name="eval-weight-1">
            <a:extLst xmlns:a="http://schemas.openxmlformats.org/drawingml/2006/main">
              <a:ext uri="{FF2B5EF4-FFF2-40B4-BE49-F238E27FC236}">
                <a16:creationId xmlns:a16="http://schemas.microsoft.com/office/drawing/2014/main" id="{0165EB59-6523-4F45-99FA-8B97BE3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1" name="rule-48-340">
            <a:extLst xmlns:a="http://schemas.openxmlformats.org/drawingml/2006/main">
              <a:ext uri="{FF2B5EF4-FFF2-40B4-BE49-F238E27FC236}">
                <a16:creationId xmlns:a16="http://schemas.microsoft.com/office/drawing/2014/main" id="{D34395B6-925B-45F2-9A35-359DF1F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al-item-2">
            <a:extLst xmlns:a="http://schemas.openxmlformats.org/drawingml/2006/main">
              <a:ext uri="{FF2B5EF4-FFF2-40B4-BE49-F238E27FC236}">
                <a16:creationId xmlns:a16="http://schemas.microsoft.com/office/drawing/2014/main" id="{370A6639-A794-486A-8BDD-2E2DE77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Team work</a:t>
            </a:r>
          </a:p>
        </p:txBody>
      </p:sp>
      <p:sp>
        <p:nvSpPr>
          <p:cNvPr id="13" name="eval-desc-2">
            <a:extLst xmlns:a="http://schemas.openxmlformats.org/drawingml/2006/main">
              <a:ext uri="{FF2B5EF4-FFF2-40B4-BE49-F238E27FC236}">
                <a16:creationId xmlns:a16="http://schemas.microsoft.com/office/drawing/2014/main" id="{AC7F9F72-9160-4B45-BED5-627809F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Collaborative analysis and communication</a:t>
            </a:r>
          </a:p>
        </p:txBody>
      </p:sp>
      <p:sp>
        <p:nvSpPr>
          <p:cNvPr id="14" name="eval-weight-2">
            <a:extLst xmlns:a="http://schemas.openxmlformats.org/drawingml/2006/main">
              <a:ext uri="{FF2B5EF4-FFF2-40B4-BE49-F238E27FC236}">
                <a16:creationId xmlns:a16="http://schemas.microsoft.com/office/drawing/2014/main" id="{D9B73E19-D682-41AA-9BE3-3045C4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rule-48-440">
            <a:extLst xmlns:a="http://schemas.openxmlformats.org/drawingml/2006/main">
              <a:ext uri="{FF2B5EF4-FFF2-40B4-BE49-F238E27FC236}">
                <a16:creationId xmlns:a16="http://schemas.microsoft.com/office/drawing/2014/main" id="{05758D99-0664-4230-A74F-880A19F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item-3">
            <a:extLst xmlns:a="http://schemas.openxmlformats.org/drawingml/2006/main">
              <a:ext uri="{FF2B5EF4-FFF2-40B4-BE49-F238E27FC236}">
                <a16:creationId xmlns:a16="http://schemas.microsoft.com/office/drawing/2014/main" id="{792C29AB-D8BF-40A8-83AF-9A6532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 exam</a:t>
            </a:r>
          </a:p>
        </p:txBody>
      </p:sp>
      <p:sp>
        <p:nvSpPr>
          <p:cNvPr id="17" name="eval-desc-3">
            <a:extLst xmlns:a="http://schemas.openxmlformats.org/drawingml/2006/main">
              <a:ext uri="{FF2B5EF4-FFF2-40B4-BE49-F238E27FC236}">
                <a16:creationId xmlns:a16="http://schemas.microsoft.com/office/drawing/2014/main" id="{D8246950-4549-4815-BCB5-F452C85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paper 25% + oral defence 15%</a:t>
            </a:r>
          </a:p>
        </p:txBody>
      </p:sp>
      <p:sp>
        <p:nvSpPr>
          <p:cNvPr id="18" name="eval-weight-3">
            <a:extLst xmlns:a="http://schemas.openxmlformats.org/drawingml/2006/main">
              <a:ext uri="{FF2B5EF4-FFF2-40B4-BE49-F238E27FC236}">
                <a16:creationId xmlns:a16="http://schemas.microsoft.com/office/drawing/2014/main" id="{F18654EE-11CE-4FD9-83D9-1BA4A2A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rule-48-540">
            <a:extLst xmlns:a="http://schemas.openxmlformats.org/drawingml/2006/main">
              <a:ext uri="{FF2B5EF4-FFF2-40B4-BE49-F238E27FC236}">
                <a16:creationId xmlns:a16="http://schemas.microsoft.com/office/drawing/2014/main" id="{9422EE98-5863-4C8F-8448-6293644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total">
            <a:extLst xmlns:a="http://schemas.openxmlformats.org/drawingml/2006/main">
              <a:ext uri="{FF2B5EF4-FFF2-40B4-BE49-F238E27FC236}">
                <a16:creationId xmlns:a16="http://schemas.microsoft.com/office/drawing/2014/main" id="{5B22D001-FF60-4760-9044-59FDD32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TOTAL · 100%</a:t>
            </a:r>
          </a:p>
        </p:txBody>
      </p:sp>
      <p:sp>
        <p:nvSpPr>
          <p:cNvPr id="2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25DCAA-CCD0-4AE7-9437-B8B2D39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ED0E1C-E12E-4C90-9BF9-5666500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71E493-A7A3-4189-BEF7-7FD195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9367924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920586A-2E7D-42E6-A20A-C31211F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AA06-F093-4BEB-A9F6-594A621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Reproducibility is part of the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F39F4A4-1F27-4379-8AAB-F1F54FC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-main">
            <a:extLst xmlns:a="http://schemas.openxmlformats.org/drawingml/2006/main">
              <a:ext uri="{FF2B5EF4-FFF2-40B4-BE49-F238E27FC236}">
                <a16:creationId xmlns:a16="http://schemas.microsoft.com/office/drawing/2014/main" id="{2411CE4F-5B60-4A21-AF9F-6D90A54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After each class, the QMIB Lab App offers a short knowledge check.</a:t>
            </a:r>
          </a:p>
        </p:txBody>
      </p:sp>
      <p:sp>
        <p:nvSpPr>
          <p:cNvPr id="5" name="part-label-0">
            <a:extLst xmlns:a="http://schemas.openxmlformats.org/drawingml/2006/main">
              <a:ext uri="{FF2B5EF4-FFF2-40B4-BE49-F238E27FC236}">
                <a16:creationId xmlns:a16="http://schemas.microsoft.com/office/drawing/2014/main" id="{956AECFB-4F94-467E-AB1D-0F2CBF6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OPTIONAL</a:t>
            </a:r>
          </a:p>
        </p:txBody>
      </p:sp>
      <p:sp>
        <p:nvSpPr>
          <p:cNvPr id="6" name="part-copy-0">
            <a:extLst xmlns:a="http://schemas.openxmlformats.org/drawingml/2006/main">
              <a:ext uri="{FF2B5EF4-FFF2-40B4-BE49-F238E27FC236}">
                <a16:creationId xmlns:a16="http://schemas.microsoft.com/office/drawing/2014/main" id="{7BD3CFCE-8733-4765-ADB2-64BB04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lab is never the required pre-session work.</a:t>
            </a:r>
          </a:p>
        </p:txBody>
      </p:sp>
      <p:sp>
        <p:nvSpPr>
          <p:cNvPr id="7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01448FF-76C9-4DE5-9682-8D36059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part-copy-1">
            <a:extLst xmlns:a="http://schemas.openxmlformats.org/drawingml/2006/main">
              <a:ext uri="{FF2B5EF4-FFF2-40B4-BE49-F238E27FC236}">
                <a16:creationId xmlns:a16="http://schemas.microsoft.com/office/drawing/2014/main" id="{D08E1747-05B2-4207-BF49-2461E53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once without notes; retry what you missed.</a:t>
            </a:r>
          </a:p>
        </p:txBody>
      </p:sp>
      <p:sp>
        <p:nvSpPr>
          <p:cNvPr id="9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C2565FE1-DA79-4F4A-AB9F-C2F41EC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part-copy-2">
            <a:extLst xmlns:a="http://schemas.openxmlformats.org/drawingml/2006/main">
              <a:ext uri="{FF2B5EF4-FFF2-40B4-BE49-F238E27FC236}">
                <a16:creationId xmlns:a16="http://schemas.microsoft.com/office/drawing/2014/main" id="{65A4D2A1-E2E1-49FC-8A6C-C72877D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Save the app report and submit it for participation credit.</a:t>
            </a:r>
          </a:p>
        </p:txBody>
      </p:sp>
      <p:cxnSp>
        <p:nvCxnSpPr>
          <p:cNvPr id="56" name="workflow-edge-0"/>
          <p:cNvCxnSpPr/>
          <p:nvPr/>
        </p:nvCxnSpPr>
        <p:spPr>
          <a:xfrm xmlns:a="http://schemas.openxmlformats.org/drawingml/2006/main">
            <a:off x="882650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7" name="workflow-edge-1"/>
          <p:cNvCxnSpPr/>
          <p:nvPr/>
        </p:nvCxnSpPr>
        <p:spPr>
          <a:xfrm xmlns:a="http://schemas.openxmlformats.org/drawingml/2006/main">
            <a:off x="10090150" y="3562350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3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313CE84-EC36-4122-B269-8136DA8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4270E47-E98A-46B2-AA44-5C37194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68FA915-5285-47CC-982E-95EB81C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7817F8F-F591-4FE0-97E3-C3DC2A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7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4B08503-1A5C-424B-B190-B96731B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600" y="2076450"/>
            <a:ext cx="1092200" cy="2971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8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755E77-9940-4D40-A0B7-1AB8D15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0" y="2190750"/>
            <a:ext cx="901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Retry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B287B98-4112-437A-9A56-322BE08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905F39-1004-4B7D-9741-FBD80E6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765107-10BA-49E0-98DC-4E0F98D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10720356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99825AE-B57D-40EF-9BEB-2C07956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0ADBD-034A-4572-8D5D-A19BF4B1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are downloaded once and cached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A6037AF-DA6A-457A-96BD-FCFB001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ond-id-0">
            <a:extLst xmlns:a="http://schemas.openxmlformats.org/drawingml/2006/main">
              <a:ext uri="{FF2B5EF4-FFF2-40B4-BE49-F238E27FC236}">
                <a16:creationId xmlns:a16="http://schemas.microsoft.com/office/drawing/2014/main" id="{C09D4910-C392-400E-9604-015987C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second-title-0">
            <a:extLst xmlns:a="http://schemas.openxmlformats.org/drawingml/2006/main">
              <a:ext uri="{FF2B5EF4-FFF2-40B4-BE49-F238E27FC236}">
                <a16:creationId xmlns:a16="http://schemas.microsoft.com/office/drawing/2014/main" id="{D6E04CC6-A81B-4AEC-AF29-00B58AD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 ensembles</a:t>
            </a:r>
          </a:p>
        </p:txBody>
      </p:sp>
      <p:sp>
        <p:nvSpPr>
          <p:cNvPr id="6" name="second-hook-0">
            <a:extLst xmlns:a="http://schemas.openxmlformats.org/drawingml/2006/main">
              <a:ext uri="{FF2B5EF4-FFF2-40B4-BE49-F238E27FC236}">
                <a16:creationId xmlns:a16="http://schemas.microsoft.com/office/drawing/2014/main" id="{EA088B53-5520-44DF-B58D-7F7D267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09F0B86F-F4D8-433A-92FF-37D738A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ond-id-1">
            <a:extLst xmlns:a="http://schemas.openxmlformats.org/drawingml/2006/main">
              <a:ext uri="{FF2B5EF4-FFF2-40B4-BE49-F238E27FC236}">
                <a16:creationId xmlns:a16="http://schemas.microsoft.com/office/drawing/2014/main" id="{957A8760-6CCE-48A5-B3EA-4636A68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9" name="second-title-1">
            <a:extLst xmlns:a="http://schemas.openxmlformats.org/drawingml/2006/main">
              <a:ext uri="{FF2B5EF4-FFF2-40B4-BE49-F238E27FC236}">
                <a16:creationId xmlns:a16="http://schemas.microsoft.com/office/drawing/2014/main" id="{D5F4547E-BFB1-49F0-91A9-580323C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 &amp; factors</a:t>
            </a:r>
          </a:p>
        </p:txBody>
      </p:sp>
      <p:sp>
        <p:nvSpPr>
          <p:cNvPr id="10" name="second-hook-1">
            <a:extLst xmlns:a="http://schemas.openxmlformats.org/drawingml/2006/main">
              <a:ext uri="{FF2B5EF4-FFF2-40B4-BE49-F238E27FC236}">
                <a16:creationId xmlns:a16="http://schemas.microsoft.com/office/drawing/2014/main" id="{890614A3-BB65-4CF2-B690-508AE02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20D3D3EC-3A84-4A60-ABEB-B25E4BE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id-2">
            <a:extLst xmlns:a="http://schemas.openxmlformats.org/drawingml/2006/main">
              <a:ext uri="{FF2B5EF4-FFF2-40B4-BE49-F238E27FC236}">
                <a16:creationId xmlns:a16="http://schemas.microsoft.com/office/drawing/2014/main" id="{A1FF5D65-BF22-4317-AD7C-C92C7429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13" name="second-title-2">
            <a:extLst xmlns:a="http://schemas.openxmlformats.org/drawingml/2006/main">
              <a:ext uri="{FF2B5EF4-FFF2-40B4-BE49-F238E27FC236}">
                <a16:creationId xmlns:a16="http://schemas.microsoft.com/office/drawing/2014/main" id="{1C475F3A-369E-4CE4-B248-A220891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 &amp; text</a:t>
            </a:r>
          </a:p>
        </p:txBody>
      </p:sp>
      <p:sp>
        <p:nvSpPr>
          <p:cNvPr id="14" name="second-hook-2">
            <a:extLst xmlns:a="http://schemas.openxmlformats.org/drawingml/2006/main">
              <a:ext uri="{FF2B5EF4-FFF2-40B4-BE49-F238E27FC236}">
                <a16:creationId xmlns:a16="http://schemas.microsoft.com/office/drawing/2014/main" id="{3D4D8022-4132-473C-B5B2-FBB3B1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BB0F8875-21E3-4C81-83CC-6D2F2F6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ond-id-3">
            <a:extLst xmlns:a="http://schemas.openxmlformats.org/drawingml/2006/main">
              <a:ext uri="{FF2B5EF4-FFF2-40B4-BE49-F238E27FC236}">
                <a16:creationId xmlns:a16="http://schemas.microsoft.com/office/drawing/2014/main" id="{A5270C63-E5D6-43B0-B460-9E786FE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7" name="second-title-3">
            <a:extLst xmlns:a="http://schemas.openxmlformats.org/drawingml/2006/main">
              <a:ext uri="{FF2B5EF4-FFF2-40B4-BE49-F238E27FC236}">
                <a16:creationId xmlns:a16="http://schemas.microsoft.com/office/drawing/2014/main" id="{93EB5999-6106-4B4F-B635-52DC292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ML</a:t>
            </a:r>
          </a:p>
        </p:txBody>
      </p:sp>
      <p:sp>
        <p:nvSpPr>
          <p:cNvPr id="18" name="second-hook-3">
            <a:extLst xmlns:a="http://schemas.openxmlformats.org/drawingml/2006/main">
              <a:ext uri="{FF2B5EF4-FFF2-40B4-BE49-F238E27FC236}">
                <a16:creationId xmlns:a16="http://schemas.microsoft.com/office/drawing/2014/main" id="{0A0B8361-9F5F-475F-A334-45E08C2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3FD321D8-2F3B-4B68-A04C-03C69DB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ond-id-4">
            <a:extLst xmlns:a="http://schemas.openxmlformats.org/drawingml/2006/main">
              <a:ext uri="{FF2B5EF4-FFF2-40B4-BE49-F238E27FC236}">
                <a16:creationId xmlns:a16="http://schemas.microsoft.com/office/drawing/2014/main" id="{55B18403-1AA9-40F6-AD65-07CC9B3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1" name="second-title-4">
            <a:extLst xmlns:a="http://schemas.openxmlformats.org/drawingml/2006/main">
              <a:ext uri="{FF2B5EF4-FFF2-40B4-BE49-F238E27FC236}">
                <a16:creationId xmlns:a16="http://schemas.microsoft.com/office/drawing/2014/main" id="{31A246F3-D223-4611-B3EB-1428F12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 &amp; governance</a:t>
            </a:r>
          </a:p>
        </p:txBody>
      </p:sp>
      <p:sp>
        <p:nvSpPr>
          <p:cNvPr id="22" name="second-hook-4">
            <a:extLst xmlns:a="http://schemas.openxmlformats.org/drawingml/2006/main">
              <a:ext uri="{FF2B5EF4-FFF2-40B4-BE49-F238E27FC236}">
                <a16:creationId xmlns:a16="http://schemas.microsoft.com/office/drawing/2014/main" id="{BAB40B84-3E10-4727-8545-9204BD4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A7882679-6CD7-4E59-99C3-04F4A68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ond-id-5">
            <a:extLst xmlns:a="http://schemas.openxmlformats.org/drawingml/2006/main">
              <a:ext uri="{FF2B5EF4-FFF2-40B4-BE49-F238E27FC236}">
                <a16:creationId xmlns:a16="http://schemas.microsoft.com/office/drawing/2014/main" id="{C83E22A2-5D08-4AC3-B65A-FCF200B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5" name="second-title-5">
            <a:extLst xmlns:a="http://schemas.openxmlformats.org/drawingml/2006/main">
              <a:ext uri="{FF2B5EF4-FFF2-40B4-BE49-F238E27FC236}">
                <a16:creationId xmlns:a16="http://schemas.microsoft.com/office/drawing/2014/main" id="{3645C926-9CA8-4C87-AAC8-837215A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Presentation &amp; defence</a:t>
            </a:r>
          </a:p>
        </p:txBody>
      </p:sp>
      <p:sp>
        <p:nvSpPr>
          <p:cNvPr id="26" name="second-hook-5">
            <a:extLst xmlns:a="http://schemas.openxmlformats.org/drawingml/2006/main">
              <a:ext uri="{FF2B5EF4-FFF2-40B4-BE49-F238E27FC236}">
                <a16:creationId xmlns:a16="http://schemas.microsoft.com/office/drawing/2014/main" id="{1B69A87D-E673-420D-BD5C-A2182A3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C7A665B-4DAB-48E7-A7A1-4483E66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51FF82-17D8-4E4F-8633-77C60CC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4ED46E2-204C-4C9A-A8AB-D4F5F3D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9753990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777D7AE8-C4A1-4AFD-88B6-D2C0B4D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BB65D-EEE0-4CFD-95D9-C4EC73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local LLM is a sparring partner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363EFF-E99A-4E00-BCCC-8644948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lead">
            <a:extLst xmlns:a="http://schemas.openxmlformats.org/drawingml/2006/main">
              <a:ext uri="{FF2B5EF4-FFF2-40B4-BE49-F238E27FC236}">
                <a16:creationId xmlns:a16="http://schemas.microsoft.com/office/drawing/2014/main" id="{6D5E7E5E-7E22-4DF9-9D7F-0587266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The course connects classroom analysis with collaborative work involving students from SDAfrique.</a:t>
            </a:r>
          </a:p>
        </p:txBody>
      </p:sp>
      <p:sp>
        <p:nvSpPr>
          <p:cNvPr id="5" name="team-bg-0">
            <a:extLst xmlns:a="http://schemas.openxmlformats.org/drawingml/2006/main">
              <a:ext uri="{FF2B5EF4-FFF2-40B4-BE49-F238E27FC236}">
                <a16:creationId xmlns:a16="http://schemas.microsoft.com/office/drawing/2014/main" id="{69F56642-269E-4540-993A-E1B2D8E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35FB53E-FF53-4C6C-BB53-6F747B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team-copy-0">
            <a:extLst xmlns:a="http://schemas.openxmlformats.org/drawingml/2006/main">
              <a:ext uri="{FF2B5EF4-FFF2-40B4-BE49-F238E27FC236}">
                <a16:creationId xmlns:a16="http://schemas.microsoft.com/office/drawing/2014/main" id="{956261C2-D26F-4713-B690-5F810B4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Runs code and narrates each decision.</a:t>
            </a:r>
          </a:p>
        </p:txBody>
      </p:sp>
      <p:sp>
        <p:nvSpPr>
          <p:cNvPr id="8" name="team-bg-1">
            <a:extLst xmlns:a="http://schemas.openxmlformats.org/drawingml/2006/main">
              <a:ext uri="{FF2B5EF4-FFF2-40B4-BE49-F238E27FC236}">
                <a16:creationId xmlns:a16="http://schemas.microsoft.com/office/drawing/2014/main" id="{4D03465D-F53D-487C-A829-16CF579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team-role-1">
            <a:extLst xmlns:a="http://schemas.openxmlformats.org/drawingml/2006/main">
              <a:ext uri="{FF2B5EF4-FFF2-40B4-BE49-F238E27FC236}">
                <a16:creationId xmlns:a16="http://schemas.microsoft.com/office/drawing/2014/main" id="{F4A6E48B-863B-4AA8-B368-0A7B5AD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CHECKER</a:t>
            </a:r>
          </a:p>
        </p:txBody>
      </p:sp>
      <p:sp>
        <p:nvSpPr>
          <p:cNvPr id="10" name="team-copy-1">
            <a:extLst xmlns:a="http://schemas.openxmlformats.org/drawingml/2006/main">
              <a:ext uri="{FF2B5EF4-FFF2-40B4-BE49-F238E27FC236}">
                <a16:creationId xmlns:a16="http://schemas.microsoft.com/office/drawing/2014/main" id="{36D29A3A-80CF-4B7E-95D6-8FDADA6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Verifies data, output, and assumptions.</a:t>
            </a:r>
          </a:p>
        </p:txBody>
      </p:sp>
      <p:sp>
        <p:nvSpPr>
          <p:cNvPr id="11" name="team-bg-2">
            <a:extLst xmlns:a="http://schemas.openxmlformats.org/drawingml/2006/main">
              <a:ext uri="{FF2B5EF4-FFF2-40B4-BE49-F238E27FC236}">
                <a16:creationId xmlns:a16="http://schemas.microsoft.com/office/drawing/2014/main" id="{9D68901D-87D0-4D1C-9404-3D40D1A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eam-role-2">
            <a:extLst xmlns:a="http://schemas.openxmlformats.org/drawingml/2006/main">
              <a:ext uri="{FF2B5EF4-FFF2-40B4-BE49-F238E27FC236}">
                <a16:creationId xmlns:a16="http://schemas.microsoft.com/office/drawing/2014/main" id="{62A00B7C-148B-4F8B-92A4-4D1A56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NARRATOR</a:t>
            </a:r>
          </a:p>
        </p:txBody>
      </p:sp>
      <p:sp>
        <p:nvSpPr>
          <p:cNvPr id="13" name="team-copy-2">
            <a:extLst xmlns:a="http://schemas.openxmlformats.org/drawingml/2006/main">
              <a:ext uri="{FF2B5EF4-FFF2-40B4-BE49-F238E27FC236}">
                <a16:creationId xmlns:a16="http://schemas.microsoft.com/office/drawing/2014/main" id="{05A45DFB-5DCD-4E40-9FEB-950C5F0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Builds the one-slide explanation.</a:t>
            </a:r>
          </a:p>
        </p:txBody>
      </p:sp>
      <p:sp>
        <p:nvSpPr>
          <p:cNvPr id="14" name="team-result">
            <a:extLst xmlns:a="http://schemas.openxmlformats.org/drawingml/2006/main">
              <a:ext uri="{FF2B5EF4-FFF2-40B4-BE49-F238E27FC236}">
                <a16:creationId xmlns:a16="http://schemas.microsoft.com/office/drawing/2014/main" id="{2AFFEFAD-34A9-4CDA-A853-A47EE93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At minute 70: one slide · two minutes · presenter chosen at random.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2BA0E9-548F-44A6-8DFC-1B88A81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B6C92-CB5E-4630-809F-1036E8E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771258-B6E5-4FC0-87B6-C2185CB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11335813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A4E0C3-D732-4567-9622-1175AE1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F7AC13-576E-471F-8CC1-224ED93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Audit at least one AI claim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6B34FE-EFDA-4C68-BE40-7B7C800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1242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24900" y="30480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038E7C9-5ADC-408E-9852-1C1ACC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271482-5F77-4426-9EF6-058038A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Record one response that was wrong, unverifiable, or misleading and show how independent evidence…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F0CB588-3C01-4FB8-8ADF-8B4EAA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D65484-FD20-45C8-B40D-0B0B09B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decision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3EFAD7F-3155-4DC6-96B4-1AF89F67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B32B247-B632-4404-9219-F6DF82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Y, X, and timing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336EB15F-D35F-4AA2-B1F0-6C9441C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457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5BDE72E6-26DD-4946-A23A-F317005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Paper + oral</a:t>
            </a:r>
          </a:p>
        </p:txBody>
      </p:sp>
      <p:sp>
        <p:nvSpPr>
          <p:cNvPr id="15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2C7F0EE9-B577-446E-93BB-2C2D68B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Small checks keep the workflow alive; the assessments ask you to integrate it under increasing independence.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62F03D9-552A-4B3A-8D2C-8527546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3A3308-8E51-47C4-BA36-2941B9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94784E-EA0B-4744-A571-701DB48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5591057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3787D74-A9D2-4E7D-A5EA-BEF064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8254-0451-4D50-B9C7-E980A83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Europe 2031 mixes evidence and scenario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E1E0551-24A0-4AD6-9709-C67C534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rst-id-0">
            <a:extLst xmlns:a="http://schemas.openxmlformats.org/drawingml/2006/main">
              <a:ext uri="{FF2B5EF4-FFF2-40B4-BE49-F238E27FC236}">
                <a16:creationId xmlns:a16="http://schemas.microsoft.com/office/drawing/2014/main" id="{F43D0D98-DC1E-4CC7-85C5-259C531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irst-title-0">
            <a:extLst xmlns:a="http://schemas.openxmlformats.org/drawingml/2006/main">
              <a:ext uri="{FF2B5EF4-FFF2-40B4-BE49-F238E27FC236}">
                <a16:creationId xmlns:a16="http://schemas.microsoft.com/office/drawing/2014/main" id="{5B190EC1-B3DA-461C-AD47-903310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6" name="first-hook-0">
            <a:extLst xmlns:a="http://schemas.openxmlformats.org/drawingml/2006/main">
              <a:ext uri="{FF2B5EF4-FFF2-40B4-BE49-F238E27FC236}">
                <a16:creationId xmlns:a16="http://schemas.microsoft.com/office/drawing/2014/main" id="{F73EC7CC-1581-41AF-AAF0-F65C5C0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60D93994-0BDF-441A-8505-9364AD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rst-id-1">
            <a:extLst xmlns:a="http://schemas.openxmlformats.org/drawingml/2006/main">
              <a:ext uri="{FF2B5EF4-FFF2-40B4-BE49-F238E27FC236}">
                <a16:creationId xmlns:a16="http://schemas.microsoft.com/office/drawing/2014/main" id="{E51CEE86-29CD-40AA-9F63-639E9B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irst-title-1">
            <a:extLst xmlns:a="http://schemas.openxmlformats.org/drawingml/2006/main">
              <a:ext uri="{FF2B5EF4-FFF2-40B4-BE49-F238E27FC236}">
                <a16:creationId xmlns:a16="http://schemas.microsoft.com/office/drawing/2014/main" id="{99804708-D77F-4773-A5BA-3415B50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</a:t>
            </a:r>
          </a:p>
        </p:txBody>
      </p:sp>
      <p:sp>
        <p:nvSpPr>
          <p:cNvPr id="10" name="first-hook-1">
            <a:extLst xmlns:a="http://schemas.openxmlformats.org/drawingml/2006/main">
              <a:ext uri="{FF2B5EF4-FFF2-40B4-BE49-F238E27FC236}">
                <a16:creationId xmlns:a16="http://schemas.microsoft.com/office/drawing/2014/main" id="{A0A1FE55-88D8-4B17-A7E5-695CA1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A597DE17-6F69-449C-8F15-5ED53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rst-id-2">
            <a:extLst xmlns:a="http://schemas.openxmlformats.org/drawingml/2006/main">
              <a:ext uri="{FF2B5EF4-FFF2-40B4-BE49-F238E27FC236}">
                <a16:creationId xmlns:a16="http://schemas.microsoft.com/office/drawing/2014/main" id="{2997D16E-890C-4E9E-8114-93A7F99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irst-title-2">
            <a:extLst xmlns:a="http://schemas.openxmlformats.org/drawingml/2006/main">
              <a:ext uri="{FF2B5EF4-FFF2-40B4-BE49-F238E27FC236}">
                <a16:creationId xmlns:a16="http://schemas.microsoft.com/office/drawing/2014/main" id="{3B1A26CF-906A-49DD-82AC-4C3874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14" name="first-hook-2">
            <a:extLst xmlns:a="http://schemas.openxmlformats.org/drawingml/2006/main">
              <a:ext uri="{FF2B5EF4-FFF2-40B4-BE49-F238E27FC236}">
                <a16:creationId xmlns:a16="http://schemas.microsoft.com/office/drawing/2014/main" id="{CD6615B6-5812-420C-B275-68870D2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725907A8-CF10-4D3C-B30C-7E4CE45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rst-id-3">
            <a:extLst xmlns:a="http://schemas.openxmlformats.org/drawingml/2006/main">
              <a:ext uri="{FF2B5EF4-FFF2-40B4-BE49-F238E27FC236}">
                <a16:creationId xmlns:a16="http://schemas.microsoft.com/office/drawing/2014/main" id="{D0330A20-DFFB-4190-9122-0A22E05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irst-title-3">
            <a:extLst xmlns:a="http://schemas.openxmlformats.org/drawingml/2006/main">
              <a:ext uri="{FF2B5EF4-FFF2-40B4-BE49-F238E27FC236}">
                <a16:creationId xmlns:a16="http://schemas.microsoft.com/office/drawing/2014/main" id="{F79C6130-E8BA-4CAE-B8FD-E97AEAF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Cross-validation</a:t>
            </a:r>
          </a:p>
        </p:txBody>
      </p:sp>
      <p:sp>
        <p:nvSpPr>
          <p:cNvPr id="18" name="first-hook-3">
            <a:extLst xmlns:a="http://schemas.openxmlformats.org/drawingml/2006/main">
              <a:ext uri="{FF2B5EF4-FFF2-40B4-BE49-F238E27FC236}">
                <a16:creationId xmlns:a16="http://schemas.microsoft.com/office/drawing/2014/main" id="{F5FCB086-3AA4-4523-840B-7658DC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18175952-15B6-4736-8980-23C9031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rst-id-4">
            <a:extLst xmlns:a="http://schemas.openxmlformats.org/drawingml/2006/main">
              <a:ext uri="{FF2B5EF4-FFF2-40B4-BE49-F238E27FC236}">
                <a16:creationId xmlns:a16="http://schemas.microsoft.com/office/drawing/2014/main" id="{C6802160-64DE-4DEB-847B-81E95F1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irst-title-4">
            <a:extLst xmlns:a="http://schemas.openxmlformats.org/drawingml/2006/main">
              <a:ext uri="{FF2B5EF4-FFF2-40B4-BE49-F238E27FC236}">
                <a16:creationId xmlns:a16="http://schemas.microsoft.com/office/drawing/2014/main" id="{F9D935E8-0B08-43C8-89F0-EE0F9FC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Regularisation</a:t>
            </a:r>
          </a:p>
        </p:txBody>
      </p:sp>
      <p:sp>
        <p:nvSpPr>
          <p:cNvPr id="22" name="first-hook-4">
            <a:extLst xmlns:a="http://schemas.openxmlformats.org/drawingml/2006/main">
              <a:ext uri="{FF2B5EF4-FFF2-40B4-BE49-F238E27FC236}">
                <a16:creationId xmlns:a16="http://schemas.microsoft.com/office/drawing/2014/main" id="{8B599ED3-637D-40A9-BAF6-EAEE64A9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43A61052-2C72-4343-AE81-6B28B98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rst-id-5">
            <a:extLst xmlns:a="http://schemas.openxmlformats.org/drawingml/2006/main">
              <a:ext uri="{FF2B5EF4-FFF2-40B4-BE49-F238E27FC236}">
                <a16:creationId xmlns:a16="http://schemas.microsoft.com/office/drawing/2014/main" id="{BF7A49F9-02EA-4884-B076-6262B6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first-title-5">
            <a:extLst xmlns:a="http://schemas.openxmlformats.org/drawingml/2006/main">
              <a:ext uri="{FF2B5EF4-FFF2-40B4-BE49-F238E27FC236}">
                <a16:creationId xmlns:a16="http://schemas.microsoft.com/office/drawing/2014/main" id="{E39C6027-F4B1-4E9C-A20D-64B67CC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26" name="first-hook-5">
            <a:extLst xmlns:a="http://schemas.openxmlformats.org/drawingml/2006/main">
              <a:ext uri="{FF2B5EF4-FFF2-40B4-BE49-F238E27FC236}">
                <a16:creationId xmlns:a16="http://schemas.microsoft.com/office/drawing/2014/main" id="{F2D12EA2-0C9D-4CF2-804B-362E28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93521-E0D9-4781-B804-CDF21DE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43131C-C6CD-437D-BB6F-36450B9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6BED89-BED8-48D2-A394-C030509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31" name="media-matte-conditional_mean.png">
            <a:extLst xmlns:a="http://schemas.openxmlformats.org/drawingml/2006/main">
              <a:ext uri="{FF2B5EF4-FFF2-40B4-BE49-F238E27FC236}">
                <a16:creationId xmlns:a16="http://schemas.microsoft.com/office/drawing/2014/main" id="{7A0E98A6-0753-43D0-8712-5CFC706C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721f200ce41fd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7526679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v-kicker">
            <a:extLst xmlns:a="http://schemas.openxmlformats.org/drawingml/2006/main">
              <a:ext uri="{FF2B5EF4-FFF2-40B4-BE49-F238E27FC236}">
                <a16:creationId xmlns:a16="http://schemas.microsoft.com/office/drawing/2014/main" id="{E1A7B52A-E669-40C4-B637-3AC3B24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COURSE ORIENTATION · AI GOVERNANCE</a:t>
            </a:r>
          </a:p>
        </p:txBody>
      </p:sp>
      <p:sp>
        <p:nvSpPr>
          <p:cNvPr id="2" name="gov-title">
            <a:extLst xmlns:a="http://schemas.openxmlformats.org/drawingml/2006/main">
              <a:ext uri="{FF2B5EF4-FFF2-40B4-BE49-F238E27FC236}">
                <a16:creationId xmlns:a16="http://schemas.microsoft.com/office/drawing/2014/main" id="{392EE70A-8674-40EE-BD4E-05BC895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local model can propose. It cannot certify.</a:t>
            </a:r>
          </a:p>
        </p:txBody>
      </p:sp>
      <p:sp>
        <p:nvSpPr>
          <p:cNvPr id="3" name="gov-label-0">
            <a:extLst xmlns:a="http://schemas.openxmlformats.org/drawingml/2006/main">
              <a:ext uri="{FF2B5EF4-FFF2-40B4-BE49-F238E27FC236}">
                <a16:creationId xmlns:a16="http://schemas.microsoft.com/office/drawing/2014/main" id="{B455C53A-A14C-45DE-ACC1-B49C29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4" name="gov-copy-0">
            <a:extLst xmlns:a="http://schemas.openxmlformats.org/drawingml/2006/main">
              <a:ext uri="{FF2B5EF4-FFF2-40B4-BE49-F238E27FC236}">
                <a16:creationId xmlns:a16="http://schemas.microsoft.com/office/drawing/2014/main" id="{7EC8739D-319E-40F7-A12F-97D6E03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course data on the laptop.</a:t>
            </a:r>
          </a:p>
        </p:txBody>
      </p:sp>
      <p:sp>
        <p:nvSpPr>
          <p:cNvPr id="5" name="gov-label-1">
            <a:extLst xmlns:a="http://schemas.openxmlformats.org/drawingml/2006/main">
              <a:ext uri="{FF2B5EF4-FFF2-40B4-BE49-F238E27FC236}">
                <a16:creationId xmlns:a16="http://schemas.microsoft.com/office/drawing/2014/main" id="{010F131D-993C-4719-A416-2D9EC0D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6" name="gov-copy-1">
            <a:extLst xmlns:a="http://schemas.openxmlformats.org/drawingml/2006/main">
              <a:ext uri="{FF2B5EF4-FFF2-40B4-BE49-F238E27FC236}">
                <a16:creationId xmlns:a16="http://schemas.microsoft.com/office/drawing/2014/main" id="{71DA7925-E08B-41AA-8B96-2E3F9A5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the prompt, output, and code change.</a:t>
            </a:r>
          </a:p>
        </p:txBody>
      </p:sp>
      <p:sp>
        <p:nvSpPr>
          <p:cNvPr id="7" name="gov-label-2">
            <a:extLst xmlns:a="http://schemas.openxmlformats.org/drawingml/2006/main">
              <a:ext uri="{FF2B5EF4-FFF2-40B4-BE49-F238E27FC236}">
                <a16:creationId xmlns:a16="http://schemas.microsoft.com/office/drawing/2014/main" id="{60BBF89D-0BAE-47C7-91CF-3C74C69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  <p:sp>
        <p:nvSpPr>
          <p:cNvPr id="8" name="gov-copy-2">
            <a:extLst xmlns:a="http://schemas.openxmlformats.org/drawingml/2006/main">
              <a:ext uri="{FF2B5EF4-FFF2-40B4-BE49-F238E27FC236}">
                <a16:creationId xmlns:a16="http://schemas.microsoft.com/office/drawing/2014/main" id="{553FCC19-DC54-43CC-8EA0-CD4E1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claims against data, documentation, and the article.</a:t>
            </a:r>
          </a:p>
        </p:txBody>
      </p:sp>
      <p:sp>
        <p:nvSpPr>
          <p:cNvPr id="9" name="gov-label-3">
            <a:extLst xmlns:a="http://schemas.openxmlformats.org/drawingml/2006/main">
              <a:ext uri="{FF2B5EF4-FFF2-40B4-BE49-F238E27FC236}">
                <a16:creationId xmlns:a16="http://schemas.microsoft.com/office/drawing/2014/main" id="{8858E266-85EE-42B9-91C6-2D7431D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57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</p:txBody>
      </p:sp>
      <p:sp>
        <p:nvSpPr>
          <p:cNvPr id="10" name="gov-copy-3">
            <a:extLst xmlns:a="http://schemas.openxmlformats.org/drawingml/2006/main">
              <a:ext uri="{FF2B5EF4-FFF2-40B4-BE49-F238E27FC236}">
                <a16:creationId xmlns:a16="http://schemas.microsoft.com/office/drawing/2014/main" id="{B6587B51-D404-4FD3-A9A9-9698320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remain responsible for every submitted line.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BEBD59-F069-46C6-A1A1-A1A2621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6EC795-BC51-47C4-923A-BF55469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23D64-D4AC-478C-A171-E2D3CC4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21023804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5DFE972-2C0C-4C9C-81DC-EA97E46D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COURSE ORIENTATION · FINAL RESEARCH PAPER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F46D34-74E2-4FCD-B309-D93C7AB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the paper while you learn the methods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852AC05-E4FD-42B6-90D4-D185974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workflow-edge-0"/>
          <p:cNvCxnSpPr/>
          <p:nvPr/>
        </p:nvCxnSpPr>
        <p:spPr>
          <a:xfrm xmlns:a="http://schemas.openxmlformats.org/drawingml/2006/main">
            <a:off x="30670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2" name="workflow-edge-1"/>
          <p:cNvCxnSpPr/>
          <p:nvPr/>
        </p:nvCxnSpPr>
        <p:spPr>
          <a:xfrm xmlns:a="http://schemas.openxmlformats.org/drawingml/2006/main">
            <a:off x="59245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3" name="workflow-edge-2"/>
          <p:cNvCxnSpPr/>
          <p:nvPr/>
        </p:nvCxnSpPr>
        <p:spPr>
          <a:xfrm xmlns:a="http://schemas.openxmlformats.org/drawingml/2006/main">
            <a:off x="8782050" y="29813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2077F84C-D0DD-4B47-8662-261032E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A9E23FD-22D6-4598-BD6D-D96884F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74D6913-0918-466A-A56D-79304889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BEB0AFE-B1C3-433A-90DA-98E15B8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CD4C896-CD40-4AA3-963D-D941FB6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4749E9F-D4F6-428E-A49E-6D6EFFD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741D9614-F8DF-4376-938E-5BFF49F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A9D1E8A1-BB86-4F57-AD46-CE1D41B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5" name="paper-label-0">
            <a:extLst xmlns:a="http://schemas.openxmlformats.org/drawingml/2006/main">
              <a:ext uri="{FF2B5EF4-FFF2-40B4-BE49-F238E27FC236}">
                <a16:creationId xmlns:a16="http://schemas.microsoft.com/office/drawing/2014/main" id="{D3BE19C3-D136-4FA0-90AD-C08C613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6" name="paper-copy-0">
            <a:extLst xmlns:a="http://schemas.openxmlformats.org/drawingml/2006/main">
              <a:ext uri="{FF2B5EF4-FFF2-40B4-BE49-F238E27FC236}">
                <a16:creationId xmlns:a16="http://schemas.microsoft.com/office/drawing/2014/main" id="{44433807-B3A9-4DD3-91AA-1BDACDC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real reader and a consequential choice.</a:t>
            </a:r>
          </a:p>
        </p:txBody>
      </p:sp>
      <p:sp>
        <p:nvSpPr>
          <p:cNvPr id="17" name="paper-label-1">
            <a:extLst xmlns:a="http://schemas.openxmlformats.org/drawingml/2006/main">
              <a:ext uri="{FF2B5EF4-FFF2-40B4-BE49-F238E27FC236}">
                <a16:creationId xmlns:a16="http://schemas.microsoft.com/office/drawing/2014/main" id="{EB7A7F22-E732-47FB-836F-4F59B068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8" name="paper-copy-1">
            <a:extLst xmlns:a="http://schemas.openxmlformats.org/drawingml/2006/main">
              <a:ext uri="{FF2B5EF4-FFF2-40B4-BE49-F238E27FC236}">
                <a16:creationId xmlns:a16="http://schemas.microsoft.com/office/drawing/2014/main" id="{2AB29734-F1E3-4659-BAB5-82CFFAD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Reproducible data, code, estimates, and figures.</a:t>
            </a:r>
          </a:p>
        </p:txBody>
      </p:sp>
      <p:sp>
        <p:nvSpPr>
          <p:cNvPr id="19" name="paper-label-2">
            <a:extLst xmlns:a="http://schemas.openxmlformats.org/drawingml/2006/main">
              <a:ext uri="{FF2B5EF4-FFF2-40B4-BE49-F238E27FC236}">
                <a16:creationId xmlns:a16="http://schemas.microsoft.com/office/drawing/2014/main" id="{71BB127E-0BD2-4A6C-BC2F-4065065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20" name="paper-copy-2">
            <a:extLst xmlns:a="http://schemas.openxmlformats.org/drawingml/2006/main">
              <a:ext uri="{FF2B5EF4-FFF2-40B4-BE49-F238E27FC236}">
                <a16:creationId xmlns:a16="http://schemas.microsoft.com/office/drawing/2014/main" id="{6AF43874-D492-415E-AE5C-995488B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Benchmarks, uncertainty, failure modes, and limits.</a:t>
            </a:r>
          </a:p>
        </p:txBody>
      </p:sp>
      <p:sp>
        <p:nvSpPr>
          <p:cNvPr id="21" name="paper-label-3">
            <a:extLst xmlns:a="http://schemas.openxmlformats.org/drawingml/2006/main">
              <a:ext uri="{FF2B5EF4-FFF2-40B4-BE49-F238E27FC236}">
                <a16:creationId xmlns:a16="http://schemas.microsoft.com/office/drawing/2014/main" id="{30B55D65-61F2-4184-B72A-C59D99AE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1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2" name="paper-copy-3">
            <a:extLst xmlns:a="http://schemas.openxmlformats.org/drawingml/2006/main">
              <a:ext uri="{FF2B5EF4-FFF2-40B4-BE49-F238E27FC236}">
                <a16:creationId xmlns:a16="http://schemas.microsoft.com/office/drawing/2014/main" id="{2D2AB1E1-A262-475B-9A2A-7A780A7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53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recommendation plus evidence that would reverse it.</a:t>
            </a:r>
          </a:p>
        </p:txBody>
      </p:sp>
      <p:sp>
        <p:nvSpPr>
          <p:cNvPr id="2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FFA34E-1CAE-4B1B-9CA6-FFEDD6B0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938AB06-EB55-4AAC-A36E-0E31FC7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E7606B-AFFE-44C4-91F0-8F24825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3426439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D904450-F814-4B73-B4B4-28D4593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8E206F-F284-45CE-94A1-DA6695A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reliably loses marks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F47E2B1-538C-462D-B3EF-067B411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0670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820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E77047F-8B25-4FD9-BA97-07F15FE1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F24CEE-E316-4A8C-9E6B-B2B705EE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548D336-E057-4019-92B0-614910C6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417D4DC-434D-4F87-B80C-50F31937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Computation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6A5B867-E100-4292-B89B-907CC64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DFAA331-F96A-44CA-B150-1C96DDC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AB57E56-09F1-4690-9AE1-3133C71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237DA85A-EC0A-4D43-A194-46851EC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Claim</a:t>
            </a:r>
          </a:p>
        </p:txBody>
      </p:sp>
      <p:sp>
        <p:nvSpPr>
          <p:cNvPr id="15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051C2E27-1797-47FF-870D-8CC959A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Can another person trace the sentence backward—from the claim to the number, code, data, and source?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3D15D2-E7C4-46EF-AB8C-72797D5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6C94363-9625-44AC-A35C-7103CD7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B6B3DC-0101-4C1F-B8E2-94B5BF7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0454819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6DC3C842-DC59-4079-BF37-6C83A378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2CCE4-57F3-4895-9945-D1B8C23A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7389AA9-1AB8-4438-AF3B-5DDE7754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" name="workflow-edge-0"/>
          <p:cNvCxnSpPr/>
          <p:nvPr/>
        </p:nvCxnSpPr>
        <p:spPr>
          <a:xfrm xmlns:a="http://schemas.openxmlformats.org/drawingml/2006/main">
            <a:off x="3019425" y="30003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1"/>
          <p:cNvCxnSpPr/>
          <p:nvPr/>
        </p:nvCxnSpPr>
        <p:spPr>
          <a:xfrm xmlns:a="http://schemas.openxmlformats.org/drawingml/2006/main">
            <a:off x="5924550" y="30003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7" name="workflow-edge-2"/>
          <p:cNvCxnSpPr/>
          <p:nvPr/>
        </p:nvCxnSpPr>
        <p:spPr>
          <a:xfrm xmlns:a="http://schemas.openxmlformats.org/drawingml/2006/main">
            <a:off x="8829675" y="30003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EB50B4FB-840C-45AB-84E1-F4F2345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56222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C8CD8C1-A3C6-4B88-8153-11253195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717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VS Codium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0F2BCCF-F266-426F-AA77-4EE9E87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81200"/>
            <a:ext cx="256222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FD9340D-74B4-4BCB-914E-4C41614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717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Python .venv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09DB79B-6956-404A-AC5D-8AA8AB5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56222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96C8B5E-B2A0-4DDF-B8E4-88709F0B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3717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Ollama + Qwen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531AF7C5-E418-4F6C-B5A3-4AFDCB8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81200"/>
            <a:ext cx="256222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20B50EED-7175-45A4-B029-C8CD1F9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23717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Aider</a:t>
            </a:r>
          </a:p>
        </p:txBody>
      </p:sp>
      <p:sp>
        <p:nvSpPr>
          <p:cNvPr id="15" name="tools-folder">
            <a:extLst xmlns:a="http://schemas.openxmlformats.org/drawingml/2006/main">
              <a:ext uri="{FF2B5EF4-FFF2-40B4-BE49-F238E27FC236}">
                <a16:creationId xmlns:a16="http://schemas.microsoft.com/office/drawing/2014/main" id="{D0DD3D0C-0756-4635-ACD3-79AD6C2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05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16" name="tools-copy">
            <a:extLst xmlns:a="http://schemas.openxmlformats.org/drawingml/2006/main">
              <a:ext uri="{FF2B5EF4-FFF2-40B4-BE49-F238E27FC236}">
                <a16:creationId xmlns:a16="http://schemas.microsoft.com/office/drawing/2014/main" id="{4A587B86-CCD3-40A8-8285-7CB00A4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repository folder in VS Codium; run commands only from its integrated terminal.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47EB40E-AB17-48DC-A740-2A0951B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1B4C92-65A6-42F8-98DB-D1A4B3A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57DEFCE-A1EF-4EDC-9690-074719D8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94373624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D904450-F814-4B73-B4B4-28D4593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8E206F-F284-45CE-94A1-DA6695A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F47E2B1-538C-462D-B3EF-067B411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workflow-edge-0"/>
          <p:cNvCxnSpPr/>
          <p:nvPr/>
        </p:nvCxnSpPr>
        <p:spPr>
          <a:xfrm xmlns:a="http://schemas.openxmlformats.org/drawingml/2006/main">
            <a:off x="30670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5" name="workflow-edge-1"/>
          <p:cNvCxnSpPr/>
          <p:nvPr/>
        </p:nvCxnSpPr>
        <p:spPr>
          <a:xfrm xmlns:a="http://schemas.openxmlformats.org/drawingml/2006/main">
            <a:off x="59245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6" name="workflow-edge-2"/>
          <p:cNvCxnSpPr/>
          <p:nvPr/>
        </p:nvCxnSpPr>
        <p:spPr>
          <a:xfrm xmlns:a="http://schemas.openxmlformats.org/drawingml/2006/main">
            <a:off x="8782050" y="3038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E77047F-8B25-4FD9-BA97-07F15FE1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F24CEE-E316-4A8C-9E6B-B2B705EE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548D336-E057-4019-92B0-614910C6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417D4DC-434D-4F87-B80C-50F31937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Computation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6A5B867-E100-4292-B89B-907CC64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DFAA331-F96A-44CA-B150-1C96DDC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AB57E56-09F1-4690-9AE1-3133C71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2514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237DA85A-EC0A-4D43-A194-46851EC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32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Claim</a:t>
            </a:r>
          </a:p>
        </p:txBody>
      </p:sp>
      <p:sp>
        <p:nvSpPr>
          <p:cNvPr id="15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051C2E27-1797-47FF-870D-8CC959A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Can another person trace the sentence backward—from the claim to the number, code, data, and source?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3D15D2-E7C4-46EF-AB8C-72797D5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6C94363-9625-44AC-A35C-7103CD7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B6B3DC-0101-4C1F-B8E2-94B5BF7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045481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99825AE-B57D-40EF-9BEB-2C07956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0ADBD-034A-4572-8D5D-A19BF4B1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A6037AF-DA6A-457A-96BD-FCFB001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ond-id-0">
            <a:extLst xmlns:a="http://schemas.openxmlformats.org/drawingml/2006/main">
              <a:ext uri="{FF2B5EF4-FFF2-40B4-BE49-F238E27FC236}">
                <a16:creationId xmlns:a16="http://schemas.microsoft.com/office/drawing/2014/main" id="{C09D4910-C392-400E-9604-015987C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second-title-0">
            <a:extLst xmlns:a="http://schemas.openxmlformats.org/drawingml/2006/main">
              <a:ext uri="{FF2B5EF4-FFF2-40B4-BE49-F238E27FC236}">
                <a16:creationId xmlns:a16="http://schemas.microsoft.com/office/drawing/2014/main" id="{D6E04CC6-A81B-4AEC-AF29-00B58AD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 ensembles</a:t>
            </a:r>
          </a:p>
        </p:txBody>
      </p:sp>
      <p:sp>
        <p:nvSpPr>
          <p:cNvPr id="6" name="second-hook-0">
            <a:extLst xmlns:a="http://schemas.openxmlformats.org/drawingml/2006/main">
              <a:ext uri="{FF2B5EF4-FFF2-40B4-BE49-F238E27FC236}">
                <a16:creationId xmlns:a16="http://schemas.microsoft.com/office/drawing/2014/main" id="{EA088B53-5520-44DF-B58D-7F7D267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7" name="rule-124-220">
            <a:extLst xmlns:a="http://schemas.openxmlformats.org/drawingml/2006/main">
              <a:ext uri="{FF2B5EF4-FFF2-40B4-BE49-F238E27FC236}">
                <a16:creationId xmlns:a16="http://schemas.microsoft.com/office/drawing/2014/main" id="{09F0B86F-F4D8-433A-92FF-37D738A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ond-id-1">
            <a:extLst xmlns:a="http://schemas.openxmlformats.org/drawingml/2006/main">
              <a:ext uri="{FF2B5EF4-FFF2-40B4-BE49-F238E27FC236}">
                <a16:creationId xmlns:a16="http://schemas.microsoft.com/office/drawing/2014/main" id="{957A8760-6CCE-48A5-B3EA-4636A68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9" name="second-title-1">
            <a:extLst xmlns:a="http://schemas.openxmlformats.org/drawingml/2006/main">
              <a:ext uri="{FF2B5EF4-FFF2-40B4-BE49-F238E27FC236}">
                <a16:creationId xmlns:a16="http://schemas.microsoft.com/office/drawing/2014/main" id="{D5F4547E-BFB1-49F0-91A9-580323C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 &amp; factors</a:t>
            </a:r>
          </a:p>
        </p:txBody>
      </p:sp>
      <p:sp>
        <p:nvSpPr>
          <p:cNvPr id="10" name="second-hook-1">
            <a:extLst xmlns:a="http://schemas.openxmlformats.org/drawingml/2006/main">
              <a:ext uri="{FF2B5EF4-FFF2-40B4-BE49-F238E27FC236}">
                <a16:creationId xmlns:a16="http://schemas.microsoft.com/office/drawing/2014/main" id="{890614A3-BB65-4CF2-B690-508AE02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11" name="rule-124-296">
            <a:extLst xmlns:a="http://schemas.openxmlformats.org/drawingml/2006/main">
              <a:ext uri="{FF2B5EF4-FFF2-40B4-BE49-F238E27FC236}">
                <a16:creationId xmlns:a16="http://schemas.microsoft.com/office/drawing/2014/main" id="{20D3D3EC-3A84-4A60-ABEB-B25E4BE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id-2">
            <a:extLst xmlns:a="http://schemas.openxmlformats.org/drawingml/2006/main">
              <a:ext uri="{FF2B5EF4-FFF2-40B4-BE49-F238E27FC236}">
                <a16:creationId xmlns:a16="http://schemas.microsoft.com/office/drawing/2014/main" id="{A1FF5D65-BF22-4317-AD7C-C92C7429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13" name="second-title-2">
            <a:extLst xmlns:a="http://schemas.openxmlformats.org/drawingml/2006/main">
              <a:ext uri="{FF2B5EF4-FFF2-40B4-BE49-F238E27FC236}">
                <a16:creationId xmlns:a16="http://schemas.microsoft.com/office/drawing/2014/main" id="{1C475F3A-369E-4CE4-B248-A220891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 &amp; text</a:t>
            </a:r>
          </a:p>
        </p:txBody>
      </p:sp>
      <p:sp>
        <p:nvSpPr>
          <p:cNvPr id="14" name="second-hook-2">
            <a:extLst xmlns:a="http://schemas.openxmlformats.org/drawingml/2006/main">
              <a:ext uri="{FF2B5EF4-FFF2-40B4-BE49-F238E27FC236}">
                <a16:creationId xmlns:a16="http://schemas.microsoft.com/office/drawing/2014/main" id="{3D4D8022-4132-473C-B5B2-FBB3B1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15" name="rule-124-372">
            <a:extLst xmlns:a="http://schemas.openxmlformats.org/drawingml/2006/main">
              <a:ext uri="{FF2B5EF4-FFF2-40B4-BE49-F238E27FC236}">
                <a16:creationId xmlns:a16="http://schemas.microsoft.com/office/drawing/2014/main" id="{BB0F8875-21E3-4C81-83CC-6D2F2F6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ond-id-3">
            <a:extLst xmlns:a="http://schemas.openxmlformats.org/drawingml/2006/main">
              <a:ext uri="{FF2B5EF4-FFF2-40B4-BE49-F238E27FC236}">
                <a16:creationId xmlns:a16="http://schemas.microsoft.com/office/drawing/2014/main" id="{A5270C63-E5D6-43B0-B460-9E786FE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7" name="second-title-3">
            <a:extLst xmlns:a="http://schemas.openxmlformats.org/drawingml/2006/main">
              <a:ext uri="{FF2B5EF4-FFF2-40B4-BE49-F238E27FC236}">
                <a16:creationId xmlns:a16="http://schemas.microsoft.com/office/drawing/2014/main" id="{93EB5999-6106-4B4F-B635-52DC292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ML</a:t>
            </a:r>
          </a:p>
        </p:txBody>
      </p:sp>
      <p:sp>
        <p:nvSpPr>
          <p:cNvPr id="18" name="second-hook-3">
            <a:extLst xmlns:a="http://schemas.openxmlformats.org/drawingml/2006/main">
              <a:ext uri="{FF2B5EF4-FFF2-40B4-BE49-F238E27FC236}">
                <a16:creationId xmlns:a16="http://schemas.microsoft.com/office/drawing/2014/main" id="{0A0B8361-9F5F-475F-A334-45E08C2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19" name="rule-124-448">
            <a:extLst xmlns:a="http://schemas.openxmlformats.org/drawingml/2006/main">
              <a:ext uri="{FF2B5EF4-FFF2-40B4-BE49-F238E27FC236}">
                <a16:creationId xmlns:a16="http://schemas.microsoft.com/office/drawing/2014/main" id="{3FD321D8-2F3B-4B68-A04C-03C69DB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ond-id-4">
            <a:extLst xmlns:a="http://schemas.openxmlformats.org/drawingml/2006/main">
              <a:ext uri="{FF2B5EF4-FFF2-40B4-BE49-F238E27FC236}">
                <a16:creationId xmlns:a16="http://schemas.microsoft.com/office/drawing/2014/main" id="{55B18403-1AA9-40F6-AD65-07CC9B3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1" name="second-title-4">
            <a:extLst xmlns:a="http://schemas.openxmlformats.org/drawingml/2006/main">
              <a:ext uri="{FF2B5EF4-FFF2-40B4-BE49-F238E27FC236}">
                <a16:creationId xmlns:a16="http://schemas.microsoft.com/office/drawing/2014/main" id="{31A246F3-D223-4611-B3EB-1428F12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 &amp; governance</a:t>
            </a:r>
          </a:p>
        </p:txBody>
      </p:sp>
      <p:sp>
        <p:nvSpPr>
          <p:cNvPr id="22" name="second-hook-4">
            <a:extLst xmlns:a="http://schemas.openxmlformats.org/drawingml/2006/main">
              <a:ext uri="{FF2B5EF4-FFF2-40B4-BE49-F238E27FC236}">
                <a16:creationId xmlns:a16="http://schemas.microsoft.com/office/drawing/2014/main" id="{BAB40B84-3E10-4727-8545-9204BD4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23" name="rule-124-524">
            <a:extLst xmlns:a="http://schemas.openxmlformats.org/drawingml/2006/main">
              <a:ext uri="{FF2B5EF4-FFF2-40B4-BE49-F238E27FC236}">
                <a16:creationId xmlns:a16="http://schemas.microsoft.com/office/drawing/2014/main" id="{A7882679-6CD7-4E59-99C3-04F4A68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cond-id-5">
            <a:extLst xmlns:a="http://schemas.openxmlformats.org/drawingml/2006/main">
              <a:ext uri="{FF2B5EF4-FFF2-40B4-BE49-F238E27FC236}">
                <a16:creationId xmlns:a16="http://schemas.microsoft.com/office/drawing/2014/main" id="{C83E22A2-5D08-4AC3-B65A-FCF200B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5" name="second-title-5">
            <a:extLst xmlns:a="http://schemas.openxmlformats.org/drawingml/2006/main">
              <a:ext uri="{FF2B5EF4-FFF2-40B4-BE49-F238E27FC236}">
                <a16:creationId xmlns:a16="http://schemas.microsoft.com/office/drawing/2014/main" id="{3645C926-9CA8-4C87-AAC8-837215A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Presentation &amp; defence</a:t>
            </a:r>
          </a:p>
        </p:txBody>
      </p:sp>
      <p:sp>
        <p:nvSpPr>
          <p:cNvPr id="26" name="second-hook-5">
            <a:extLst xmlns:a="http://schemas.openxmlformats.org/drawingml/2006/main">
              <a:ext uri="{FF2B5EF4-FFF2-40B4-BE49-F238E27FC236}">
                <a16:creationId xmlns:a16="http://schemas.microsoft.com/office/drawing/2014/main" id="{1B69A87D-E673-420D-BD5C-A2182A3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C7A665B-4DAB-48E7-A7A1-4483E66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51FF82-17D8-4E4F-8633-77C60CC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4ED46E2-204C-4C9A-A8AB-D4F5F3D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9753990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idge-kicker">
            <a:extLst xmlns:a="http://schemas.openxmlformats.org/drawingml/2006/main">
              <a:ext uri="{FF2B5EF4-FFF2-40B4-BE49-F238E27FC236}">
                <a16:creationId xmlns:a16="http://schemas.microsoft.com/office/drawing/2014/main" id="{E15C3200-3EE4-4BA6-B0E7-AC012388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NEXT · 90-MINUTE CONVERSATION</a:t>
            </a:r>
          </a:p>
        </p:txBody>
      </p:sp>
      <p:sp>
        <p:nvSpPr>
          <p:cNvPr id="2" name="bridge-title">
            <a:extLst xmlns:a="http://schemas.openxmlformats.org/drawingml/2006/main">
              <a:ext uri="{FF2B5EF4-FFF2-40B4-BE49-F238E27FC236}">
                <a16:creationId xmlns:a16="http://schemas.microsoft.com/office/drawing/2014/main" id="{81132A15-93B8-4DEE-840F-F6D73E3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Europe 2031: where does evidence end and scenario begin?</a:t>
            </a:r>
          </a:p>
        </p:txBody>
      </p:sp>
      <p:sp>
        <p:nvSpPr>
          <p:cNvPr id="3" name="bridge-copy">
            <a:extLst xmlns:a="http://schemas.openxmlformats.org/drawingml/2006/main">
              <a:ext uri="{FF2B5EF4-FFF2-40B4-BE49-F238E27FC236}">
                <a16:creationId xmlns:a16="http://schemas.microsoft.com/office/drawing/2014/main" id="{8EB6F0D0-CE42-4DE5-9D58-CF26B3E5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028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Bring the annotated reading. We will separate observed facts, forecasts, assumptions, rhetoric, and the actual computation of a local language model.</a:t>
            </a:r>
          </a:p>
        </p:txBody>
      </p:sp>
      <p:sp>
        <p:nvSpPr>
          <p:cNvPr id="4" name="bridge-output">
            <a:extLst xmlns:a="http://schemas.openxmlformats.org/drawingml/2006/main">
              <a:ext uri="{FF2B5EF4-FFF2-40B4-BE49-F238E27FC236}">
                <a16:creationId xmlns:a16="http://schemas.microsoft.com/office/drawing/2014/main" id="{4438F981-3179-48D4-ACAD-21CB4E2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Closing round · one claim · one uncertainty · one question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B90EE64-776D-46DD-91AD-A6E3346F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C44EF32-0E24-45F2-9FA0-922B5C2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0A8DC01-8DCD-48E2-9AAD-C6755E8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1971571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01 Lecture</dc:title>
  <dcterms:created xsi:type="dcterms:W3CDTF">2026-08-23T23:36:53.7920000Z</dcterms:created>
  <dcterms:modified xsi:type="dcterms:W3CDTF">2026-08-23T23:36:53.7920000Z</dcterms:modified>
</coreProperties>
</file>